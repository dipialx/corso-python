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undo custSel addSld delSld modSld sldOrd">
      <pc:chgData name="Alessandro Di Piazza" userId="242384fd-1746-4b70-8d90-c83f4330e5ed" providerId="ADAL" clId="{FFF1DA74-BEAE-470B-8D8A-B7A1F3E1BF85}" dt="2026-05-28T17:10:31.194" v="1602" actId="2696"/>
      <pc:docMkLst>
        <pc:docMk/>
      </pc:docMkLst>
      <pc:sldChg chg="addSp modSp new mod">
        <pc:chgData name="Alessandro Di Piazza" userId="242384fd-1746-4b70-8d90-c83f4330e5ed" providerId="ADAL" clId="{FFF1DA74-BEAE-470B-8D8A-B7A1F3E1BF85}" dt="2026-05-21T14:25:33.389" v="680" actId="20577"/>
        <pc:sldMkLst>
          <pc:docMk/>
          <pc:sldMk cId="722898410" sldId="256"/>
        </pc:sldMkLst>
        <pc:spChg chg="mod">
          <ac:chgData name="Alessandro Di Piazza" userId="242384fd-1746-4b70-8d90-c83f4330e5ed" providerId="ADAL" clId="{FFF1DA74-BEAE-470B-8D8A-B7A1F3E1BF85}" dt="2026-05-21T11:36:05.065" v="14" actId="20577"/>
          <ac:spMkLst>
            <pc:docMk/>
            <pc:sldMk cId="722898410" sldId="256"/>
            <ac:spMk id="2" creationId="{4E3C584C-96BD-124F-ABCA-AB9CF6FE152A}"/>
          </ac:spMkLst>
        </pc:spChg>
        <pc:spChg chg="mod">
          <ac:chgData name="Alessandro Di Piazza" userId="242384fd-1746-4b70-8d90-c83f4330e5ed" providerId="ADAL" clId="{FFF1DA74-BEAE-470B-8D8A-B7A1F3E1BF85}" dt="2026-05-21T14:25:33.389" v="680" actId="20577"/>
          <ac:spMkLst>
            <pc:docMk/>
            <pc:sldMk cId="722898410" sldId="256"/>
            <ac:spMk id="3" creationId="{A56E327D-758D-40CC-C224-A718EBB6EEC8}"/>
          </ac:spMkLst>
        </pc:spChg>
        <pc:picChg chg="add mod">
          <ac:chgData name="Alessandro Di Piazza" userId="242384fd-1746-4b70-8d90-c83f4330e5ed" providerId="ADAL" clId="{FFF1DA74-BEAE-470B-8D8A-B7A1F3E1BF85}" dt="2026-05-21T11:37:19.057" v="64" actId="1076"/>
          <ac:picMkLst>
            <pc:docMk/>
            <pc:sldMk cId="722898410" sldId="256"/>
            <ac:picMk id="1026" creationId="{87D3EFB6-5019-A5A0-925E-B94D9D24BA4A}"/>
          </ac:picMkLst>
        </pc:picChg>
      </pc:sldChg>
      <pc:sldChg chg="addSp delSp modSp new mod ord">
        <pc:chgData name="Alessandro Di Piazza" userId="242384fd-1746-4b70-8d90-c83f4330e5ed" providerId="ADAL" clId="{FFF1DA74-BEAE-470B-8D8A-B7A1F3E1BF85}" dt="2026-05-28T06:54:15.932" v="1552"/>
        <pc:sldMkLst>
          <pc:docMk/>
          <pc:sldMk cId="2312129349" sldId="257"/>
        </pc:sldMkLst>
        <pc:spChg chg="mod">
          <ac:chgData name="Alessandro Di Piazza" userId="242384fd-1746-4b70-8d90-c83f4330e5ed" providerId="ADAL" clId="{FFF1DA74-BEAE-470B-8D8A-B7A1F3E1BF85}" dt="2026-05-25T08:51:53.633" v="1180" actId="20577"/>
          <ac:spMkLst>
            <pc:docMk/>
            <pc:sldMk cId="2312129349" sldId="257"/>
            <ac:spMk id="2" creationId="{CBD55CF8-154F-3CC8-B248-7AC58219C3A5}"/>
          </ac:spMkLst>
        </pc:spChg>
        <pc:spChg chg="add mod">
          <ac:chgData name="Alessandro Di Piazza" userId="242384fd-1746-4b70-8d90-c83f4330e5ed" providerId="ADAL" clId="{FFF1DA74-BEAE-470B-8D8A-B7A1F3E1BF85}" dt="2026-05-25T08:52:07.132" v="1182" actId="5793"/>
          <ac:spMkLst>
            <pc:docMk/>
            <pc:sldMk cId="2312129349" sldId="257"/>
            <ac:spMk id="4" creationId="{0B7B542D-4E32-7EDC-894F-B82A11C6EA85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11.155" v="1183" actId="2696"/>
        <pc:sldMkLst>
          <pc:docMk/>
          <pc:sldMk cId="3268373739" sldId="258"/>
        </pc:sldMkLst>
      </pc:sldChg>
      <pc:sldChg chg="modSp new del mod">
        <pc:chgData name="Alessandro Di Piazza" userId="242384fd-1746-4b70-8d90-c83f4330e5ed" providerId="ADAL" clId="{FFF1DA74-BEAE-470B-8D8A-B7A1F3E1BF85}" dt="2026-05-27T13:02:01.965" v="1550" actId="2696"/>
        <pc:sldMkLst>
          <pc:docMk/>
          <pc:sldMk cId="3630284680" sldId="258"/>
        </pc:sldMkLst>
      </pc:sldChg>
      <pc:sldChg chg="modSp new mod ord">
        <pc:chgData name="Alessandro Di Piazza" userId="242384fd-1746-4b70-8d90-c83f4330e5ed" providerId="ADAL" clId="{FFF1DA74-BEAE-470B-8D8A-B7A1F3E1BF85}" dt="2026-05-25T10:55:46.977" v="1471" actId="14100"/>
        <pc:sldMkLst>
          <pc:docMk/>
          <pc:sldMk cId="3918085652" sldId="259"/>
        </pc:sldMkLst>
        <pc:spChg chg="mod">
          <ac:chgData name="Alessandro Di Piazza" userId="242384fd-1746-4b70-8d90-c83f4330e5ed" providerId="ADAL" clId="{FFF1DA74-BEAE-470B-8D8A-B7A1F3E1BF85}" dt="2026-05-25T10:55:23.334" v="1464" actId="20577"/>
          <ac:spMkLst>
            <pc:docMk/>
            <pc:sldMk cId="3918085652" sldId="259"/>
            <ac:spMk id="2" creationId="{5BB60F13-6B21-C692-DFB4-A08B2F27D440}"/>
          </ac:spMkLst>
        </pc:spChg>
        <pc:spChg chg="mod">
          <ac:chgData name="Alessandro Di Piazza" userId="242384fd-1746-4b70-8d90-c83f4330e5ed" providerId="ADAL" clId="{FFF1DA74-BEAE-470B-8D8A-B7A1F3E1BF85}" dt="2026-05-25T10:55:46.977" v="1471" actId="14100"/>
          <ac:spMkLst>
            <pc:docMk/>
            <pc:sldMk cId="3918085652" sldId="259"/>
            <ac:spMk id="3" creationId="{54D12C52-767C-3C5F-EBEA-E14CB33ED5F3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28.998" v="1184" actId="47"/>
        <pc:sldMkLst>
          <pc:docMk/>
          <pc:sldMk cId="4204095062" sldId="259"/>
        </pc:sldMkLst>
      </pc:sldChg>
      <pc:sldChg chg="modSp new mod">
        <pc:chgData name="Alessandro Di Piazza" userId="242384fd-1746-4b70-8d90-c83f4330e5ed" providerId="ADAL" clId="{FFF1DA74-BEAE-470B-8D8A-B7A1F3E1BF85}" dt="2026-05-25T10:57:03.580" v="1486" actId="2711"/>
        <pc:sldMkLst>
          <pc:docMk/>
          <pc:sldMk cId="502201516" sldId="260"/>
        </pc:sldMkLst>
        <pc:spChg chg="mod">
          <ac:chgData name="Alessandro Di Piazza" userId="242384fd-1746-4b70-8d90-c83f4330e5ed" providerId="ADAL" clId="{FFF1DA74-BEAE-470B-8D8A-B7A1F3E1BF85}" dt="2026-05-25T10:56:14.294" v="1473"/>
          <ac:spMkLst>
            <pc:docMk/>
            <pc:sldMk cId="502201516" sldId="260"/>
            <ac:spMk id="2" creationId="{62940D36-2CB6-A04E-D6E5-E8823DAD2142}"/>
          </ac:spMkLst>
        </pc:spChg>
        <pc:spChg chg="mod">
          <ac:chgData name="Alessandro Di Piazza" userId="242384fd-1746-4b70-8d90-c83f4330e5ed" providerId="ADAL" clId="{FFF1DA74-BEAE-470B-8D8A-B7A1F3E1BF85}" dt="2026-05-25T10:57:03.580" v="1486" actId="2711"/>
          <ac:spMkLst>
            <pc:docMk/>
            <pc:sldMk cId="502201516" sldId="260"/>
            <ac:spMk id="3" creationId="{C6D8125E-986E-CC15-4E2E-6288A060A113}"/>
          </ac:spMkLst>
        </pc:spChg>
      </pc:sldChg>
      <pc:sldChg chg="addSp delSp modSp new del mod">
        <pc:chgData name="Alessandro Di Piazza" userId="242384fd-1746-4b70-8d90-c83f4330e5ed" providerId="ADAL" clId="{FFF1DA74-BEAE-470B-8D8A-B7A1F3E1BF85}" dt="2026-05-25T08:52:29.505" v="1185" actId="47"/>
        <pc:sldMkLst>
          <pc:docMk/>
          <pc:sldMk cId="3624749337" sldId="260"/>
        </pc:sldMkLst>
      </pc:sldChg>
      <pc:sldChg chg="modSp new mod ord">
        <pc:chgData name="Alessandro Di Piazza" userId="242384fd-1746-4b70-8d90-c83f4330e5ed" providerId="ADAL" clId="{FFF1DA74-BEAE-470B-8D8A-B7A1F3E1BF85}" dt="2026-05-25T10:58:35.480" v="1506" actId="5793"/>
        <pc:sldMkLst>
          <pc:docMk/>
          <pc:sldMk cId="689915869" sldId="261"/>
        </pc:sldMkLst>
        <pc:spChg chg="mod">
          <ac:chgData name="Alessandro Di Piazza" userId="242384fd-1746-4b70-8d90-c83f4330e5ed" providerId="ADAL" clId="{FFF1DA74-BEAE-470B-8D8A-B7A1F3E1BF85}" dt="2026-05-25T10:57:15.605" v="1490"/>
          <ac:spMkLst>
            <pc:docMk/>
            <pc:sldMk cId="689915869" sldId="261"/>
            <ac:spMk id="2" creationId="{AD998BCE-01DE-CF18-1DBE-627827C7CD30}"/>
          </ac:spMkLst>
        </pc:spChg>
        <pc:spChg chg="mod">
          <ac:chgData name="Alessandro Di Piazza" userId="242384fd-1746-4b70-8d90-c83f4330e5ed" providerId="ADAL" clId="{FFF1DA74-BEAE-470B-8D8A-B7A1F3E1BF85}" dt="2026-05-25T10:58:35.480" v="1506" actId="5793"/>
          <ac:spMkLst>
            <pc:docMk/>
            <pc:sldMk cId="689915869" sldId="261"/>
            <ac:spMk id="3" creationId="{12136BC6-EA0A-E044-AF32-02FA492EE473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1.164" v="1186" actId="47"/>
        <pc:sldMkLst>
          <pc:docMk/>
          <pc:sldMk cId="1192458173" sldId="261"/>
        </pc:sldMkLst>
      </pc:sldChg>
      <pc:sldChg chg="modSp new del mod">
        <pc:chgData name="Alessandro Di Piazza" userId="242384fd-1746-4b70-8d90-c83f4330e5ed" providerId="ADAL" clId="{FFF1DA74-BEAE-470B-8D8A-B7A1F3E1BF85}" dt="2026-05-25T08:52:31.538" v="1187" actId="47"/>
        <pc:sldMkLst>
          <pc:docMk/>
          <pc:sldMk cId="2124150076" sldId="262"/>
        </pc:sldMkLst>
      </pc:sldChg>
      <pc:sldChg chg="addSp delSp modSp new mod">
        <pc:chgData name="Alessandro Di Piazza" userId="242384fd-1746-4b70-8d90-c83f4330e5ed" providerId="ADAL" clId="{FFF1DA74-BEAE-470B-8D8A-B7A1F3E1BF85}" dt="2026-05-25T11:00:00.303" v="1534" actId="14100"/>
        <pc:sldMkLst>
          <pc:docMk/>
          <pc:sldMk cId="3061154852" sldId="262"/>
        </pc:sldMkLst>
        <pc:spChg chg="mod">
          <ac:chgData name="Alessandro Di Piazza" userId="242384fd-1746-4b70-8d90-c83f4330e5ed" providerId="ADAL" clId="{FFF1DA74-BEAE-470B-8D8A-B7A1F3E1BF85}" dt="2026-05-25T10:58:51.769" v="1508"/>
          <ac:spMkLst>
            <pc:docMk/>
            <pc:sldMk cId="3061154852" sldId="262"/>
            <ac:spMk id="2" creationId="{5B7F4919-26F3-6CD5-4424-1878568FBEF2}"/>
          </ac:spMkLst>
        </pc:spChg>
        <pc:spChg chg="mod">
          <ac:chgData name="Alessandro Di Piazza" userId="242384fd-1746-4b70-8d90-c83f4330e5ed" providerId="ADAL" clId="{FFF1DA74-BEAE-470B-8D8A-B7A1F3E1BF85}" dt="2026-05-25T11:00:00.303" v="1534" actId="14100"/>
          <ac:spMkLst>
            <pc:docMk/>
            <pc:sldMk cId="3061154852" sldId="262"/>
            <ac:spMk id="3" creationId="{7DBD14B4-C920-6A74-E0D5-3FF79EF6DE1D}"/>
          </ac:spMkLst>
        </pc:spChg>
        <pc:spChg chg="add mod">
          <ac:chgData name="Alessandro Di Piazza" userId="242384fd-1746-4b70-8d90-c83f4330e5ed" providerId="ADAL" clId="{FFF1DA74-BEAE-470B-8D8A-B7A1F3E1BF85}" dt="2026-05-25T10:59:50.691" v="1527" actId="14100"/>
          <ac:spMkLst>
            <pc:docMk/>
            <pc:sldMk cId="3061154852" sldId="262"/>
            <ac:spMk id="7" creationId="{5838E58F-F3FF-F687-8899-F95C6504EAE0}"/>
          </ac:spMkLst>
        </pc:spChg>
      </pc:sldChg>
      <pc:sldChg chg="addSp delSp modSp new del mod">
        <pc:chgData name="Alessandro Di Piazza" userId="242384fd-1746-4b70-8d90-c83f4330e5ed" providerId="ADAL" clId="{FFF1DA74-BEAE-470B-8D8A-B7A1F3E1BF85}" dt="2026-05-25T08:52:31.910" v="1188" actId="47"/>
        <pc:sldMkLst>
          <pc:docMk/>
          <pc:sldMk cId="2620022595" sldId="263"/>
        </pc:sldMkLst>
      </pc:sldChg>
      <pc:sldChg chg="addSp delSp modSp new mod">
        <pc:chgData name="Alessandro Di Piazza" userId="242384fd-1746-4b70-8d90-c83f4330e5ed" providerId="ADAL" clId="{FFF1DA74-BEAE-470B-8D8A-B7A1F3E1BF85}" dt="2026-05-28T07:31:33.098" v="1554" actId="20577"/>
        <pc:sldMkLst>
          <pc:docMk/>
          <pc:sldMk cId="2660867481" sldId="263"/>
        </pc:sldMkLst>
        <pc:spChg chg="mod">
          <ac:chgData name="Alessandro Di Piazza" userId="242384fd-1746-4b70-8d90-c83f4330e5ed" providerId="ADAL" clId="{FFF1DA74-BEAE-470B-8D8A-B7A1F3E1BF85}" dt="2026-05-25T11:00:33.387" v="1540" actId="20577"/>
          <ac:spMkLst>
            <pc:docMk/>
            <pc:sldMk cId="2660867481" sldId="263"/>
            <ac:spMk id="2" creationId="{65BE7D12-AA33-7C95-0F78-CD2328B1F26E}"/>
          </ac:spMkLst>
        </pc:spChg>
        <pc:spChg chg="add mod">
          <ac:chgData name="Alessandro Di Piazza" userId="242384fd-1746-4b70-8d90-c83f4330e5ed" providerId="ADAL" clId="{FFF1DA74-BEAE-470B-8D8A-B7A1F3E1BF85}" dt="2026-05-25T11:00:43.701" v="1543" actId="1076"/>
          <ac:spMkLst>
            <pc:docMk/>
            <pc:sldMk cId="2660867481" sldId="263"/>
            <ac:spMk id="7" creationId="{0F9FC87B-6D3C-11F4-F587-9A6C5D4472D4}"/>
          </ac:spMkLst>
        </pc:spChg>
        <pc:spChg chg="add mod">
          <ac:chgData name="Alessandro Di Piazza" userId="242384fd-1746-4b70-8d90-c83f4330e5ed" providerId="ADAL" clId="{FFF1DA74-BEAE-470B-8D8A-B7A1F3E1BF85}" dt="2026-05-28T07:31:33.098" v="1554" actId="20577"/>
          <ac:spMkLst>
            <pc:docMk/>
            <pc:sldMk cId="2660867481" sldId="263"/>
            <ac:spMk id="9" creationId="{95AF15A6-B6DC-A027-21D4-CF07EA9D109E}"/>
          </ac:spMkLst>
        </pc:spChg>
        <pc:spChg chg="add mod">
          <ac:chgData name="Alessandro Di Piazza" userId="242384fd-1746-4b70-8d90-c83f4330e5ed" providerId="ADAL" clId="{FFF1DA74-BEAE-470B-8D8A-B7A1F3E1BF85}" dt="2026-05-25T11:01:02.044" v="1547" actId="1076"/>
          <ac:spMkLst>
            <pc:docMk/>
            <pc:sldMk cId="2660867481" sldId="263"/>
            <ac:spMk id="11" creationId="{DBFC8F4C-A4AE-C3C8-4EA2-B6829EA9F695}"/>
          </ac:spMkLst>
        </pc:spChg>
        <pc:spChg chg="add mod">
          <ac:chgData name="Alessandro Di Piazza" userId="242384fd-1746-4b70-8d90-c83f4330e5ed" providerId="ADAL" clId="{FFF1DA74-BEAE-470B-8D8A-B7A1F3E1BF85}" dt="2026-05-25T11:01:25.594" v="1549" actId="1076"/>
          <ac:spMkLst>
            <pc:docMk/>
            <pc:sldMk cId="2660867481" sldId="263"/>
            <ac:spMk id="13" creationId="{71238293-F274-D725-7903-D35D8FD4D2C0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8T17:10:31.194" v="1602" actId="2696"/>
        <pc:sldMkLst>
          <pc:docMk/>
          <pc:sldMk cId="746817217" sldId="264"/>
        </pc:sldMkLst>
        <pc:spChg chg="mod">
          <ac:chgData name="Alessandro Di Piazza" userId="242384fd-1746-4b70-8d90-c83f4330e5ed" providerId="ADAL" clId="{FFF1DA74-BEAE-470B-8D8A-B7A1F3E1BF85}" dt="2026-05-28T08:42:04.695" v="1562" actId="20577"/>
          <ac:spMkLst>
            <pc:docMk/>
            <pc:sldMk cId="746817217" sldId="264"/>
            <ac:spMk id="2" creationId="{7D61CAAB-1831-FF78-3C35-7DC8BF48987E}"/>
          </ac:spMkLst>
        </pc:spChg>
        <pc:spChg chg="mod">
          <ac:chgData name="Alessandro Di Piazza" userId="242384fd-1746-4b70-8d90-c83f4330e5ed" providerId="ADAL" clId="{FFF1DA74-BEAE-470B-8D8A-B7A1F3E1BF85}" dt="2026-05-28T13:27:39.039" v="1601" actId="20577"/>
          <ac:spMkLst>
            <pc:docMk/>
            <pc:sldMk cId="746817217" sldId="264"/>
            <ac:spMk id="3" creationId="{DF6ECBCD-3BD6-B237-B660-91CBA33E9ED1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2.299" v="1189" actId="47"/>
        <pc:sldMkLst>
          <pc:docMk/>
          <pc:sldMk cId="3985777224" sldId="264"/>
        </pc:sldMkLst>
      </pc:sldChg>
      <pc:sldChg chg="addSp delSp modSp new del mod">
        <pc:chgData name="Alessandro Di Piazza" userId="242384fd-1746-4b70-8d90-c83f4330e5ed" providerId="ADAL" clId="{FFF1DA74-BEAE-470B-8D8A-B7A1F3E1BF85}" dt="2026-05-25T08:52:32.713" v="1190" actId="47"/>
        <pc:sldMkLst>
          <pc:docMk/>
          <pc:sldMk cId="3837398240" sldId="265"/>
        </pc:sldMkLst>
      </pc:sldChg>
      <pc:sldChg chg="modSp new del mod">
        <pc:chgData name="Alessandro Di Piazza" userId="242384fd-1746-4b70-8d90-c83f4330e5ed" providerId="ADAL" clId="{FFF1DA74-BEAE-470B-8D8A-B7A1F3E1BF85}" dt="2026-05-25T08:52:33.509" v="1191" actId="47"/>
        <pc:sldMkLst>
          <pc:docMk/>
          <pc:sldMk cId="3355297426" sldId="266"/>
        </pc:sldMkLst>
      </pc:sldChg>
      <pc:sldChg chg="modSp new del mod">
        <pc:chgData name="Alessandro Di Piazza" userId="242384fd-1746-4b70-8d90-c83f4330e5ed" providerId="ADAL" clId="{FFF1DA74-BEAE-470B-8D8A-B7A1F3E1BF85}" dt="2026-05-25T08:52:34.113" v="1192" actId="47"/>
        <pc:sldMkLst>
          <pc:docMk/>
          <pc:sldMk cId="1683296771" sldId="267"/>
        </pc:sldMkLst>
      </pc:sldChg>
      <pc:sldChg chg="modSp new del mod">
        <pc:chgData name="Alessandro Di Piazza" userId="242384fd-1746-4b70-8d90-c83f4330e5ed" providerId="ADAL" clId="{FFF1DA74-BEAE-470B-8D8A-B7A1F3E1BF85}" dt="2026-05-25T08:52:34.663" v="1193" actId="47"/>
        <pc:sldMkLst>
          <pc:docMk/>
          <pc:sldMk cId="4142277145" sldId="268"/>
        </pc:sldMkLst>
      </pc:sldChg>
      <pc:sldChg chg="modSp add del mod">
        <pc:chgData name="Alessandro Di Piazza" userId="242384fd-1746-4b70-8d90-c83f4330e5ed" providerId="ADAL" clId="{FFF1DA74-BEAE-470B-8D8A-B7A1F3E1BF85}" dt="2026-05-25T08:52:35.078" v="1194" actId="47"/>
        <pc:sldMkLst>
          <pc:docMk/>
          <pc:sldMk cId="520404976" sldId="269"/>
        </pc:sldMkLst>
      </pc:sldChg>
      <pc:sldChg chg="modSp new del mod">
        <pc:chgData name="Alessandro Di Piazza" userId="242384fd-1746-4b70-8d90-c83f4330e5ed" providerId="ADAL" clId="{FFF1DA74-BEAE-470B-8D8A-B7A1F3E1BF85}" dt="2026-05-25T08:52:35.576" v="1195" actId="47"/>
        <pc:sldMkLst>
          <pc:docMk/>
          <pc:sldMk cId="3659694773" sldId="270"/>
        </pc:sldMkLst>
      </pc:sldChg>
      <pc:sldChg chg="modSp new del mod">
        <pc:chgData name="Alessandro Di Piazza" userId="242384fd-1746-4b70-8d90-c83f4330e5ed" providerId="ADAL" clId="{FFF1DA74-BEAE-470B-8D8A-B7A1F3E1BF85}" dt="2026-05-25T08:52:36.014" v="1196" actId="47"/>
        <pc:sldMkLst>
          <pc:docMk/>
          <pc:sldMk cId="3382980601" sldId="271"/>
        </pc:sldMkLst>
      </pc:sldChg>
      <pc:sldChg chg="addSp delSp modSp new del mod">
        <pc:chgData name="Alessandro Di Piazza" userId="242384fd-1746-4b70-8d90-c83f4330e5ed" providerId="ADAL" clId="{FFF1DA74-BEAE-470B-8D8A-B7A1F3E1BF85}" dt="2026-05-25T08:52:36.370" v="1197" actId="47"/>
        <pc:sldMkLst>
          <pc:docMk/>
          <pc:sldMk cId="671320916" sldId="272"/>
        </pc:sldMkLst>
      </pc:sldChg>
      <pc:sldChg chg="modSp new del mod ord">
        <pc:chgData name="Alessandro Di Piazza" userId="242384fd-1746-4b70-8d90-c83f4330e5ed" providerId="ADAL" clId="{FFF1DA74-BEAE-470B-8D8A-B7A1F3E1BF85}" dt="2026-05-25T08:51:02.642" v="1166" actId="2696"/>
        <pc:sldMkLst>
          <pc:docMk/>
          <pc:sldMk cId="1762079307" sldId="27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649B-FB7B-A554-4882-0F71307F36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933BEB-1065-4235-4D23-D77BE256AC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8139E-DBC3-C411-D6FA-8AD6171BD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97A8CF-A7E7-C76A-B70C-CC913F7E0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3E73B-E3A7-FC76-EABD-BC9E2D2B5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880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D90EA-4947-A30D-E311-522229336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60E02-545C-F6D9-D156-41FB4A04D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08094-E153-4854-C0D8-876204706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301987-8BF6-6362-8682-451619BBC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06078-8D92-E4D4-85F9-27A5CD0E6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10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5A3B4-C73A-FE9B-FE77-196872D7C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0296F-4694-F59E-9B66-85BE33BA6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7480AE-BCD4-BBFE-B488-7EFBB53DD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4B822-625D-47B5-33D0-58A0EFE88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E531-E9B8-C965-AA6E-9C2014D0A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033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79FA4-A347-9CC2-4D9C-6878EAC9A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6A9A1-E618-BEC9-8CFA-E4F6C92B19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E9E75-D3BA-4C42-5B64-884EBB6CE2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31FDE7-4A70-36C5-BB84-0E92B3495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9C9882-1F1E-7409-AAA5-7582A5073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CF6730-215A-9652-05CF-BFF89A43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180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D47B-2760-0E3E-9406-261DCF0FA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8BB69-F784-E6B6-FA39-D09A2D944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5F83A-8F9B-B297-F089-042C425235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BB55D-6C7D-3739-CFA6-1FD2386F83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9E0EAD-D139-192C-09BE-E2EB5D2896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B16598-E3C9-78C6-A77C-8BC630654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88E6F1-FF43-CC84-2F1A-20BB3FB8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0630B5-EBCC-ABE3-4B2C-DED95B2E4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433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93975-2AA1-10CB-ACAC-22A3FABE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4C453-E0CE-19C3-018F-FFA770DE5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E263D7-C382-E921-6F03-8A076FE5F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64C809-4B9D-728F-86D5-ABE2D8CCA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32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001C14-C535-A95B-3589-7A4958F2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FF8DF0-5D8E-BA5B-8E41-466A9ACE4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326C4-CE93-815C-F2B1-78151CD54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96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A8C71-570E-24BC-90D1-DE2150545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F4611-C198-8FF4-3243-5C70B1D4BA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7731B1-F4A6-857C-1239-ECE7FCB39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D9992-D37E-A656-796E-FAAE2C3E3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342EC-819C-92D8-3C9F-38B088490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60625A-1A82-9C52-D4BC-CE22A253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82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65CA-DA3F-F0D8-2E85-8C18A676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7F9E0D-C8E4-7397-1396-AF33BA7A70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95A831-CF04-B6E0-311E-0D2171F8E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D3117C-3AE7-FE27-8192-9B41D2D7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CA8B9F-1884-67B8-2A87-3B0E8D7FF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570DD-6488-A66C-7515-BCFEC5DCB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089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BFA7-B3C6-B0B5-3F0D-F8CDD78ED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6ED0AE-3C77-1AED-115F-C50B6D955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75AA6-C1EE-0558-A55E-3BF03E5AE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F2EFB-6321-C7EB-CB6C-BB655B5F6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76CFF-0D18-FD12-C6DF-1944DE48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67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5732AB-2C3B-94E2-BEC2-DEE8460967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5F6FDD-CE31-88B4-7976-76C69F43D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6E839-ECE5-E8EB-E41A-33A134D70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9E44D-FEBB-33EB-4321-C5F6A6963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4D5C07-01A2-951E-9ADC-83D3C9AA3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96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1A9710-D7DA-FB24-42B5-E046E17A9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F86FAB-1A7B-DB26-2773-C63D20A2A8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44B90-A93E-415F-FC1E-8267B24F3F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65B9A4-39DC-4E39-840A-704E3970A69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57365-83EF-9A24-07D4-1EE5BD350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27A51-9C8C-0B11-05A1-78030A0C3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213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pypi.org/?utm_source=chatgpt.com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22 Maggio</a:t>
            </a:r>
          </a:p>
          <a:p>
            <a:r>
              <a:rPr lang="en-US" dirty="0"/>
              <a:t>28-29 Maggio</a:t>
            </a:r>
          </a:p>
          <a:p>
            <a:r>
              <a:rPr lang="en-US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55CF8-154F-3CC8-B248-7AC58219C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7B542D-4E32-7EDC-894F-B82A11C6E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https://github.com/dipialx/Corso-Python</a:t>
            </a:r>
          </a:p>
        </p:txBody>
      </p:sp>
    </p:spTree>
    <p:extLst>
      <p:ext uri="{BB962C8B-B14F-4D97-AF65-F5344CB8AC3E}">
        <p14:creationId xmlns:p14="http://schemas.microsoft.com/office/powerpoint/2010/main" val="2312129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60F13-6B21-C692-DFB4-A08B2F27D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D12C52-767C-3C5F-EBEA-E14CB33ED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90247" cy="4351338"/>
          </a:xfrm>
        </p:spPr>
        <p:txBody>
          <a:bodyPr/>
          <a:lstStyle/>
          <a:p>
            <a:pPr marL="0" indent="0">
              <a:buNone/>
            </a:pPr>
            <a:r>
              <a:rPr lang="it-IT" b="1" dirty="0"/>
              <a:t>Cos’è pip</a:t>
            </a:r>
          </a:p>
          <a:p>
            <a:r>
              <a:rPr lang="it-IT" dirty="0"/>
              <a:t>pip è lo strumento usato per:</a:t>
            </a:r>
          </a:p>
          <a:p>
            <a:r>
              <a:rPr lang="it-IT" dirty="0"/>
              <a:t>installare librerie Python </a:t>
            </a:r>
          </a:p>
          <a:p>
            <a:r>
              <a:rPr lang="it-IT" dirty="0"/>
              <a:t>aggiornare pacchetti </a:t>
            </a:r>
          </a:p>
          <a:p>
            <a:r>
              <a:rPr lang="it-IT" dirty="0"/>
              <a:t>rimuovere dipendenze </a:t>
            </a:r>
          </a:p>
          <a:p>
            <a:r>
              <a:rPr lang="it-IT" dirty="0"/>
              <a:t>gestire librerie esterne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8085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40D36-2CB6-A04E-D6E5-E8823DAD2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Esempi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8125E-986E-CC15-4E2E-6288A060A1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Installare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libreria</a:t>
            </a:r>
            <a:endParaRPr lang="en-US" b="1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pip install requests</a:t>
            </a:r>
          </a:p>
          <a:p>
            <a:r>
              <a:rPr lang="en-US" b="1" dirty="0" err="1"/>
              <a:t>Aggiornare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libreria</a:t>
            </a:r>
            <a:endParaRPr lang="en-US" b="1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pip install --upgrade requests</a:t>
            </a:r>
          </a:p>
          <a:p>
            <a:r>
              <a:rPr lang="en-US" b="1" dirty="0" err="1"/>
              <a:t>Rimuovere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libreria</a:t>
            </a:r>
            <a:endParaRPr lang="en-US" b="1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pip uninstall requests</a:t>
            </a:r>
          </a:p>
          <a:p>
            <a:r>
              <a:rPr lang="en-US" b="1" dirty="0"/>
              <a:t>Vedere </a:t>
            </a:r>
            <a:r>
              <a:rPr lang="en-US" b="1" dirty="0" err="1"/>
              <a:t>librerie</a:t>
            </a:r>
            <a:r>
              <a:rPr lang="en-US" b="1" dirty="0"/>
              <a:t> </a:t>
            </a:r>
            <a:r>
              <a:rPr lang="en-US" b="1" dirty="0" err="1"/>
              <a:t>installate</a:t>
            </a:r>
            <a:endParaRPr lang="en-US" b="1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pip list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201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98BCE-01DE-CF18-1DBE-627827C7C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requirements.txt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136BC6-EA0A-E044-AF32-02FA492EE4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Generare</a:t>
            </a:r>
            <a:r>
              <a:rPr lang="en-US" b="1" dirty="0"/>
              <a:t> requirements.txt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latin typeface="Consolas" panose="020B0609020204030204" pitchFamily="49" charset="0"/>
              </a:rPr>
              <a:t>pip freeze &gt; requirements.txt</a:t>
            </a:r>
          </a:p>
          <a:p>
            <a:pPr marL="0" indent="0">
              <a:buNone/>
            </a:pPr>
            <a:r>
              <a:rPr lang="en-US" b="1" dirty="0" err="1"/>
              <a:t>Installare</a:t>
            </a:r>
            <a:r>
              <a:rPr lang="en-US" b="1" dirty="0"/>
              <a:t> da file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latin typeface="Consolas" panose="020B0609020204030204" pitchFamily="49" charset="0"/>
              </a:rPr>
              <a:t>pip install -r requirements.txt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pip </a:t>
            </a:r>
            <a:r>
              <a:rPr lang="en-US" dirty="0" err="1"/>
              <a:t>installa</a:t>
            </a:r>
            <a:r>
              <a:rPr lang="en-US" dirty="0"/>
              <a:t> </a:t>
            </a:r>
            <a:r>
              <a:rPr lang="en-US" dirty="0" err="1"/>
              <a:t>pacchetti</a:t>
            </a:r>
            <a:r>
              <a:rPr lang="en-US" dirty="0"/>
              <a:t> dal repository </a:t>
            </a:r>
            <a:r>
              <a:rPr lang="en-US" dirty="0" err="1"/>
              <a:t>ufficiale</a:t>
            </a:r>
            <a:r>
              <a:rPr lang="en-US" dirty="0"/>
              <a:t> Python:</a:t>
            </a:r>
          </a:p>
          <a:p>
            <a:pPr marL="0" indent="0">
              <a:buNone/>
            </a:pPr>
            <a:r>
              <a:rPr lang="en-US" b="1" dirty="0" err="1">
                <a:hlinkClick r:id="rId2"/>
              </a:rPr>
              <a:t>PyPI</a:t>
            </a:r>
            <a:r>
              <a:rPr lang="en-US" b="1" dirty="0">
                <a:hlinkClick r:id="rId2"/>
              </a:rPr>
              <a:t> (Python Package Index)</a:t>
            </a: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915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F4919-26F3-6CD5-4424-1878568FB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venv</a:t>
            </a:r>
            <a:r>
              <a:rPr lang="en-US" dirty="0"/>
              <a:t>: </a:t>
            </a:r>
            <a:r>
              <a:rPr lang="en-US" dirty="0" err="1"/>
              <a:t>ambienti</a:t>
            </a:r>
            <a:r>
              <a:rPr lang="en-US" dirty="0"/>
              <a:t> </a:t>
            </a:r>
            <a:r>
              <a:rPr lang="en-US" dirty="0" err="1"/>
              <a:t>virtuali</a:t>
            </a:r>
            <a:r>
              <a:rPr lang="en-US" dirty="0"/>
              <a:t>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D14B4-C920-6A74-E0D5-3FF79EF6D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11031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1800" b="1" dirty="0"/>
              <a:t>Problema</a:t>
            </a:r>
          </a:p>
          <a:p>
            <a:pPr marL="0" indent="0">
              <a:buNone/>
            </a:pPr>
            <a:r>
              <a:rPr lang="it-IT" sz="1800" dirty="0"/>
              <a:t>Progetti diversi possono usare:</a:t>
            </a:r>
          </a:p>
          <a:p>
            <a:pPr marL="0" indent="0">
              <a:buNone/>
            </a:pPr>
            <a:r>
              <a:rPr lang="it-IT" sz="1800" dirty="0"/>
              <a:t>	versioni diverse delle librerie </a:t>
            </a:r>
          </a:p>
          <a:p>
            <a:pPr marL="0" indent="0">
              <a:buNone/>
            </a:pPr>
            <a:r>
              <a:rPr lang="it-IT" sz="1800" dirty="0"/>
              <a:t>	dipendenze incompatibili </a:t>
            </a:r>
          </a:p>
          <a:p>
            <a:pPr marL="0" indent="0">
              <a:buNone/>
            </a:pPr>
            <a:endParaRPr lang="it-IT" sz="1800" dirty="0"/>
          </a:p>
          <a:p>
            <a:pPr marL="0" indent="0">
              <a:buNone/>
            </a:pPr>
            <a:r>
              <a:rPr lang="it-IT" sz="1800" dirty="0"/>
              <a:t>Esempio:</a:t>
            </a:r>
          </a:p>
          <a:p>
            <a:r>
              <a:rPr lang="it-IT" sz="1800" dirty="0"/>
              <a:t>Progetto A → Django 4 </a:t>
            </a:r>
          </a:p>
          <a:p>
            <a:r>
              <a:rPr lang="it-IT" sz="1800" dirty="0"/>
              <a:t>Progetto B → Django 5</a:t>
            </a:r>
          </a:p>
          <a:p>
            <a:endParaRPr lang="en-US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38E58F-F3FF-F687-8899-F95C6504EAE0}"/>
              </a:ext>
            </a:extLst>
          </p:cNvPr>
          <p:cNvSpPr txBox="1"/>
          <p:nvPr/>
        </p:nvSpPr>
        <p:spPr>
          <a:xfrm>
            <a:off x="6221506" y="1825625"/>
            <a:ext cx="50560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dirty="0"/>
              <a:t>Soluzione</a:t>
            </a:r>
          </a:p>
          <a:p>
            <a:pPr>
              <a:buNone/>
            </a:pPr>
            <a:r>
              <a:rPr lang="it-IT" dirty="0">
                <a:latin typeface="Courier New" panose="02070309020205020404" pitchFamily="49" charset="0"/>
              </a:rPr>
              <a:t>venv</a:t>
            </a:r>
            <a:r>
              <a:rPr lang="it-IT" dirty="0"/>
              <a:t> crea un ambiente isolato per ogni progetto.</a:t>
            </a:r>
          </a:p>
          <a:p>
            <a:pPr>
              <a:buNone/>
            </a:pPr>
            <a:r>
              <a:rPr lang="it-IT" dirty="0"/>
              <a:t>Ogni progetto avrà: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le proprie librerie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le proprie versioni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la propria configurazione</a:t>
            </a:r>
          </a:p>
        </p:txBody>
      </p:sp>
    </p:spTree>
    <p:extLst>
      <p:ext uri="{BB962C8B-B14F-4D97-AF65-F5344CB8AC3E}">
        <p14:creationId xmlns:p14="http://schemas.microsoft.com/office/powerpoint/2010/main" val="3061154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E7D12-AA33-7C95-0F78-CD2328B1F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venv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9FC87B-6D3C-11F4-F587-9A6C5D4472D4}"/>
              </a:ext>
            </a:extLst>
          </p:cNvPr>
          <p:cNvSpPr txBox="1"/>
          <p:nvPr/>
        </p:nvSpPr>
        <p:spPr>
          <a:xfrm>
            <a:off x="838200" y="1551819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 err="1"/>
              <a:t>Creare</a:t>
            </a:r>
            <a:r>
              <a:rPr lang="en-US" b="1" dirty="0"/>
              <a:t> un </a:t>
            </a:r>
            <a:r>
              <a:rPr lang="en-US" b="1" dirty="0" err="1"/>
              <a:t>ambiente</a:t>
            </a:r>
            <a:r>
              <a:rPr lang="en-US" b="1" dirty="0"/>
              <a:t> </a:t>
            </a:r>
            <a:r>
              <a:rPr lang="en-US" b="1" dirty="0" err="1"/>
              <a:t>virtuale</a:t>
            </a:r>
            <a:endParaRPr lang="en-US" b="1" dirty="0"/>
          </a:p>
          <a:p>
            <a:pPr>
              <a:buNone/>
            </a:pPr>
            <a:r>
              <a:rPr lang="en-US" b="1" dirty="0"/>
              <a:t>Windows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python -m </a:t>
            </a:r>
            <a:r>
              <a:rPr lang="en-US" dirty="0" err="1">
                <a:latin typeface="Courier New" panose="02070309020205020404" pitchFamily="49" charset="0"/>
              </a:rPr>
              <a:t>venv</a:t>
            </a:r>
            <a:r>
              <a:rPr lang="en-US" dirty="0">
                <a:latin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</a:rPr>
              <a:t>venv</a:t>
            </a:r>
            <a:endParaRPr lang="en-US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b="1" dirty="0"/>
              <a:t>Mac / Linux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python3 -m </a:t>
            </a:r>
            <a:r>
              <a:rPr lang="en-US" dirty="0" err="1">
                <a:latin typeface="Courier New" panose="02070309020205020404" pitchFamily="49" charset="0"/>
              </a:rPr>
              <a:t>venv</a:t>
            </a:r>
            <a:r>
              <a:rPr lang="en-US" dirty="0">
                <a:latin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</a:rPr>
              <a:t>venv</a:t>
            </a:r>
            <a:endParaRPr lang="en-US" dirty="0"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AF15A6-B6DC-A027-21D4-CF07EA9D109E}"/>
              </a:ext>
            </a:extLst>
          </p:cNvPr>
          <p:cNvSpPr txBox="1"/>
          <p:nvPr/>
        </p:nvSpPr>
        <p:spPr>
          <a:xfrm>
            <a:off x="838200" y="3219253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 err="1"/>
              <a:t>Attivare</a:t>
            </a:r>
            <a:r>
              <a:rPr lang="en-US" b="1" dirty="0"/>
              <a:t> </a:t>
            </a:r>
            <a:r>
              <a:rPr lang="en-US" b="1" dirty="0" err="1"/>
              <a:t>l’ambiente</a:t>
            </a:r>
            <a:endParaRPr lang="en-US" b="1" dirty="0"/>
          </a:p>
          <a:p>
            <a:pPr>
              <a:buNone/>
            </a:pPr>
            <a:r>
              <a:rPr lang="en-US" b="1" dirty="0"/>
              <a:t>Windows</a:t>
            </a:r>
          </a:p>
          <a:p>
            <a:pPr rtl="0">
              <a:buNone/>
            </a:pPr>
            <a:r>
              <a:rPr lang="en-US" dirty="0" err="1">
                <a:latin typeface="Courier New" panose="02070309020205020404" pitchFamily="49" charset="0"/>
              </a:rPr>
              <a:t>venv</a:t>
            </a:r>
            <a:r>
              <a:rPr lang="en-US" dirty="0">
                <a:latin typeface="Courier New" panose="02070309020205020404" pitchFamily="49" charset="0"/>
              </a:rPr>
              <a:t>\Scripts\activate</a:t>
            </a:r>
          </a:p>
          <a:p>
            <a:pPr>
              <a:buNone/>
            </a:pPr>
            <a:r>
              <a:rPr lang="en-US" b="1" dirty="0"/>
              <a:t>Mac / Linux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source </a:t>
            </a:r>
            <a:r>
              <a:rPr lang="en-US" dirty="0" err="1">
                <a:latin typeface="Courier New" panose="02070309020205020404" pitchFamily="49" charset="0"/>
              </a:rPr>
              <a:t>venv</a:t>
            </a:r>
            <a:r>
              <a:rPr lang="en-US" dirty="0">
                <a:latin typeface="Courier New" panose="02070309020205020404" pitchFamily="49" charset="0"/>
              </a:rPr>
              <a:t>/bin/activate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FC8F4C-A4AE-C3C8-4EA2-B6829EA9F695}"/>
              </a:ext>
            </a:extLst>
          </p:cNvPr>
          <p:cNvSpPr txBox="1"/>
          <p:nvPr/>
        </p:nvSpPr>
        <p:spPr>
          <a:xfrm>
            <a:off x="838200" y="498301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 err="1"/>
              <a:t>Disattivare</a:t>
            </a:r>
            <a:r>
              <a:rPr lang="en-US" b="1" dirty="0"/>
              <a:t> </a:t>
            </a:r>
            <a:r>
              <a:rPr lang="en-US" b="1" dirty="0" err="1"/>
              <a:t>l’ambiente</a:t>
            </a:r>
            <a:endParaRPr lang="en-US" b="1" dirty="0"/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deactivate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238293-F274-D725-7903-D35D8FD4D2C0}"/>
              </a:ext>
            </a:extLst>
          </p:cNvPr>
          <p:cNvSpPr txBox="1"/>
          <p:nvPr/>
        </p:nvSpPr>
        <p:spPr>
          <a:xfrm>
            <a:off x="6096000" y="1536358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dirty="0"/>
              <a:t>Best Practice</a:t>
            </a:r>
          </a:p>
          <a:p>
            <a:pPr>
              <a:buNone/>
            </a:pPr>
            <a:r>
              <a:rPr lang="it-IT" dirty="0"/>
              <a:t>✅ Un ambiente virtuale per ogni progetto</a:t>
            </a:r>
            <a:br>
              <a:rPr lang="it-IT" dirty="0"/>
            </a:br>
            <a:r>
              <a:rPr lang="it-IT" dirty="0"/>
              <a:t>✅ Non condividere cartella </a:t>
            </a:r>
            <a:r>
              <a:rPr lang="it-IT" dirty="0">
                <a:latin typeface="Courier New" panose="02070309020205020404" pitchFamily="49" charset="0"/>
              </a:rPr>
              <a:t>venv</a:t>
            </a:r>
            <a:r>
              <a:rPr lang="it-IT" dirty="0"/>
              <a:t> su Git</a:t>
            </a:r>
            <a:br>
              <a:rPr lang="it-IT" dirty="0"/>
            </a:br>
            <a:r>
              <a:rPr lang="it-IT" dirty="0"/>
              <a:t>✅ Salvare sempre </a:t>
            </a:r>
            <a:r>
              <a:rPr lang="it-IT" dirty="0">
                <a:latin typeface="Courier New" panose="02070309020205020404" pitchFamily="49" charset="0"/>
              </a:rPr>
              <a:t>requirements.txt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608674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1825</TotalTime>
  <Words>226</Words>
  <Application>Microsoft Office PowerPoint</Application>
  <PresentationFormat>Widescreen</PresentationFormat>
  <Paragraphs>59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Consolas</vt:lpstr>
      <vt:lpstr>Courier New</vt:lpstr>
      <vt:lpstr>Office Theme</vt:lpstr>
      <vt:lpstr>Corso Python</vt:lpstr>
      <vt:lpstr>github</vt:lpstr>
      <vt:lpstr>Pip</vt:lpstr>
      <vt:lpstr>Esempi</vt:lpstr>
      <vt:lpstr>File requirements.txt</vt:lpstr>
      <vt:lpstr>venv: ambienti virtuali Python</vt:lpstr>
      <vt:lpstr>venv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1</cp:revision>
  <dcterms:created xsi:type="dcterms:W3CDTF">2026-05-21T11:36:00Z</dcterms:created>
  <dcterms:modified xsi:type="dcterms:W3CDTF">2026-05-28T17:10:33Z</dcterms:modified>
</cp:coreProperties>
</file>