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undo custSel addSld delSld modSld sldOrd">
      <pc:chgData name="Alessandro Di Piazza" userId="242384fd-1746-4b70-8d90-c83f4330e5ed" providerId="ADAL" clId="{FFF1DA74-BEAE-470B-8D8A-B7A1F3E1BF85}" dt="2026-05-25T11:01:25.594" v="1549" actId="1076"/>
      <pc:docMkLst>
        <pc:docMk/>
      </pc:docMkLst>
      <pc:sldChg chg="addSp modSp new mod">
        <pc:chgData name="Alessandro Di Piazza" userId="242384fd-1746-4b70-8d90-c83f4330e5ed" providerId="ADAL" clId="{FFF1DA74-BEAE-470B-8D8A-B7A1F3E1BF85}" dt="2026-05-21T14:25:33.389" v="680" actId="20577"/>
        <pc:sldMkLst>
          <pc:docMk/>
          <pc:sldMk cId="722898410" sldId="256"/>
        </pc:sldMkLst>
        <pc:spChg chg="mod">
          <ac:chgData name="Alessandro Di Piazza" userId="242384fd-1746-4b70-8d90-c83f4330e5ed" providerId="ADAL" clId="{FFF1DA74-BEAE-470B-8D8A-B7A1F3E1BF85}" dt="2026-05-21T11:36:05.065" v="14" actId="20577"/>
          <ac:spMkLst>
            <pc:docMk/>
            <pc:sldMk cId="722898410" sldId="256"/>
            <ac:spMk id="2" creationId="{4E3C584C-96BD-124F-ABCA-AB9CF6FE152A}"/>
          </ac:spMkLst>
        </pc:spChg>
        <pc:spChg chg="mod">
          <ac:chgData name="Alessandro Di Piazza" userId="242384fd-1746-4b70-8d90-c83f4330e5ed" providerId="ADAL" clId="{FFF1DA74-BEAE-470B-8D8A-B7A1F3E1BF85}" dt="2026-05-21T14:25:33.389" v="680" actId="20577"/>
          <ac:spMkLst>
            <pc:docMk/>
            <pc:sldMk cId="722898410" sldId="256"/>
            <ac:spMk id="3" creationId="{A56E327D-758D-40CC-C224-A718EBB6EEC8}"/>
          </ac:spMkLst>
        </pc:spChg>
        <pc:picChg chg="add mod">
          <ac:chgData name="Alessandro Di Piazza" userId="242384fd-1746-4b70-8d90-c83f4330e5ed" providerId="ADAL" clId="{FFF1DA74-BEAE-470B-8D8A-B7A1F3E1BF85}" dt="2026-05-21T11:37:19.057" v="64" actId="1076"/>
          <ac:picMkLst>
            <pc:docMk/>
            <pc:sldMk cId="722898410" sldId="256"/>
            <ac:picMk id="1026" creationId="{87D3EFB6-5019-A5A0-925E-B94D9D24BA4A}"/>
          </ac:picMkLst>
        </pc:picChg>
      </pc:sldChg>
      <pc:sldChg chg="addSp delSp modSp new mod">
        <pc:chgData name="Alessandro Di Piazza" userId="242384fd-1746-4b70-8d90-c83f4330e5ed" providerId="ADAL" clId="{FFF1DA74-BEAE-470B-8D8A-B7A1F3E1BF85}" dt="2026-05-25T08:52:07.132" v="1182" actId="5793"/>
        <pc:sldMkLst>
          <pc:docMk/>
          <pc:sldMk cId="2312129349" sldId="257"/>
        </pc:sldMkLst>
        <pc:spChg chg="mod">
          <ac:chgData name="Alessandro Di Piazza" userId="242384fd-1746-4b70-8d90-c83f4330e5ed" providerId="ADAL" clId="{FFF1DA74-BEAE-470B-8D8A-B7A1F3E1BF85}" dt="2026-05-25T08:51:53.633" v="1180" actId="20577"/>
          <ac:spMkLst>
            <pc:docMk/>
            <pc:sldMk cId="2312129349" sldId="257"/>
            <ac:spMk id="2" creationId="{CBD55CF8-154F-3CC8-B248-7AC58219C3A5}"/>
          </ac:spMkLst>
        </pc:spChg>
        <pc:spChg chg="del mod">
          <ac:chgData name="Alessandro Di Piazza" userId="242384fd-1746-4b70-8d90-c83f4330e5ed" providerId="ADAL" clId="{FFF1DA74-BEAE-470B-8D8A-B7A1F3E1BF85}" dt="2026-05-25T08:51:44.659" v="1168" actId="478"/>
          <ac:spMkLst>
            <pc:docMk/>
            <pc:sldMk cId="2312129349" sldId="257"/>
            <ac:spMk id="3" creationId="{BF9CDD40-1257-9380-35AA-7E7C19018596}"/>
          </ac:spMkLst>
        </pc:spChg>
        <pc:spChg chg="add mod">
          <ac:chgData name="Alessandro Di Piazza" userId="242384fd-1746-4b70-8d90-c83f4330e5ed" providerId="ADAL" clId="{FFF1DA74-BEAE-470B-8D8A-B7A1F3E1BF85}" dt="2026-05-25T08:52:07.132" v="1182" actId="5793"/>
          <ac:spMkLst>
            <pc:docMk/>
            <pc:sldMk cId="2312129349" sldId="257"/>
            <ac:spMk id="4" creationId="{0B7B542D-4E32-7EDC-894F-B82A11C6EA85}"/>
          </ac:spMkLst>
        </pc:spChg>
        <pc:spChg chg="add del mod">
          <ac:chgData name="Alessandro Di Piazza" userId="242384fd-1746-4b70-8d90-c83f4330e5ed" providerId="ADAL" clId="{FFF1DA74-BEAE-470B-8D8A-B7A1F3E1BF85}" dt="2026-05-25T08:51:41.300" v="1167" actId="478"/>
          <ac:spMkLst>
            <pc:docMk/>
            <pc:sldMk cId="2312129349" sldId="257"/>
            <ac:spMk id="5" creationId="{5D022554-E8B6-AC76-51F9-AB2D1F9C2AAA}"/>
          </ac:spMkLst>
        </pc:spChg>
        <pc:spChg chg="add del mod">
          <ac:chgData name="Alessandro Di Piazza" userId="242384fd-1746-4b70-8d90-c83f4330e5ed" providerId="ADAL" clId="{FFF1DA74-BEAE-470B-8D8A-B7A1F3E1BF85}" dt="2026-05-25T08:51:44.659" v="1168" actId="478"/>
          <ac:spMkLst>
            <pc:docMk/>
            <pc:sldMk cId="2312129349" sldId="257"/>
            <ac:spMk id="7" creationId="{E5918D81-A9F2-1EB5-1398-5BEC636C5E35}"/>
          </ac:spMkLst>
        </pc:spChg>
        <pc:spChg chg="add del mod">
          <ac:chgData name="Alessandro Di Piazza" userId="242384fd-1746-4b70-8d90-c83f4330e5ed" providerId="ADAL" clId="{FFF1DA74-BEAE-470B-8D8A-B7A1F3E1BF85}" dt="2026-05-25T08:51:44.659" v="1168" actId="478"/>
          <ac:spMkLst>
            <pc:docMk/>
            <pc:sldMk cId="2312129349" sldId="257"/>
            <ac:spMk id="9" creationId="{D02EC257-B274-61A0-8C52-159AA4B8BBF4}"/>
          </ac:spMkLst>
        </pc:spChg>
        <pc:picChg chg="add del mod">
          <ac:chgData name="Alessandro Di Piazza" userId="242384fd-1746-4b70-8d90-c83f4330e5ed" providerId="ADAL" clId="{FFF1DA74-BEAE-470B-8D8A-B7A1F3E1BF85}" dt="2026-05-25T08:51:44.659" v="1168" actId="478"/>
          <ac:picMkLst>
            <pc:docMk/>
            <pc:sldMk cId="2312129349" sldId="257"/>
            <ac:picMk id="2050" creationId="{4FBB9CE7-41BE-DF9D-CDEA-4A1B6C2B83A1}"/>
          </ac:picMkLst>
        </pc:picChg>
        <pc:picChg chg="add del mod">
          <ac:chgData name="Alessandro Di Piazza" userId="242384fd-1746-4b70-8d90-c83f4330e5ed" providerId="ADAL" clId="{FFF1DA74-BEAE-470B-8D8A-B7A1F3E1BF85}" dt="2026-05-25T08:51:41.300" v="1167" actId="478"/>
          <ac:picMkLst>
            <pc:docMk/>
            <pc:sldMk cId="2312129349" sldId="257"/>
            <ac:picMk id="2052" creationId="{F0BE105D-7EDB-FA0D-EBE4-3A9CB39A52FF}"/>
          </ac:picMkLst>
        </pc:picChg>
      </pc:sldChg>
      <pc:sldChg chg="modSp new del mod">
        <pc:chgData name="Alessandro Di Piazza" userId="242384fd-1746-4b70-8d90-c83f4330e5ed" providerId="ADAL" clId="{FFF1DA74-BEAE-470B-8D8A-B7A1F3E1BF85}" dt="2026-05-25T08:52:11.155" v="1183" actId="2696"/>
        <pc:sldMkLst>
          <pc:docMk/>
          <pc:sldMk cId="3268373739" sldId="258"/>
        </pc:sldMkLst>
      </pc:sldChg>
      <pc:sldChg chg="modSp new mod">
        <pc:chgData name="Alessandro Di Piazza" userId="242384fd-1746-4b70-8d90-c83f4330e5ed" providerId="ADAL" clId="{FFF1DA74-BEAE-470B-8D8A-B7A1F3E1BF85}" dt="2026-05-25T10:50:40.263" v="1458" actId="20577"/>
        <pc:sldMkLst>
          <pc:docMk/>
          <pc:sldMk cId="3630284680" sldId="258"/>
        </pc:sldMkLst>
        <pc:spChg chg="mod">
          <ac:chgData name="Alessandro Di Piazza" userId="242384fd-1746-4b70-8d90-c83f4330e5ed" providerId="ADAL" clId="{FFF1DA74-BEAE-470B-8D8A-B7A1F3E1BF85}" dt="2026-05-25T08:58:10.711" v="1205" actId="20577"/>
          <ac:spMkLst>
            <pc:docMk/>
            <pc:sldMk cId="3630284680" sldId="258"/>
            <ac:spMk id="2" creationId="{DF9F321A-3DBB-2CEA-D316-61BA3B8C91F8}"/>
          </ac:spMkLst>
        </pc:spChg>
        <pc:spChg chg="mod">
          <ac:chgData name="Alessandro Di Piazza" userId="242384fd-1746-4b70-8d90-c83f4330e5ed" providerId="ADAL" clId="{FFF1DA74-BEAE-470B-8D8A-B7A1F3E1BF85}" dt="2026-05-25T10:50:40.263" v="1458" actId="20577"/>
          <ac:spMkLst>
            <pc:docMk/>
            <pc:sldMk cId="3630284680" sldId="258"/>
            <ac:spMk id="3" creationId="{144BDDAD-F2BA-5EC9-FC79-760DE859A970}"/>
          </ac:spMkLst>
        </pc:spChg>
      </pc:sldChg>
      <pc:sldChg chg="modSp new mod ord">
        <pc:chgData name="Alessandro Di Piazza" userId="242384fd-1746-4b70-8d90-c83f4330e5ed" providerId="ADAL" clId="{FFF1DA74-BEAE-470B-8D8A-B7A1F3E1BF85}" dt="2026-05-25T10:55:46.977" v="1471" actId="14100"/>
        <pc:sldMkLst>
          <pc:docMk/>
          <pc:sldMk cId="3918085652" sldId="259"/>
        </pc:sldMkLst>
        <pc:spChg chg="mod">
          <ac:chgData name="Alessandro Di Piazza" userId="242384fd-1746-4b70-8d90-c83f4330e5ed" providerId="ADAL" clId="{FFF1DA74-BEAE-470B-8D8A-B7A1F3E1BF85}" dt="2026-05-25T10:55:23.334" v="1464" actId="20577"/>
          <ac:spMkLst>
            <pc:docMk/>
            <pc:sldMk cId="3918085652" sldId="259"/>
            <ac:spMk id="2" creationId="{5BB60F13-6B21-C692-DFB4-A08B2F27D440}"/>
          </ac:spMkLst>
        </pc:spChg>
        <pc:spChg chg="mod">
          <ac:chgData name="Alessandro Di Piazza" userId="242384fd-1746-4b70-8d90-c83f4330e5ed" providerId="ADAL" clId="{FFF1DA74-BEAE-470B-8D8A-B7A1F3E1BF85}" dt="2026-05-25T10:55:46.977" v="1471" actId="14100"/>
          <ac:spMkLst>
            <pc:docMk/>
            <pc:sldMk cId="3918085652" sldId="259"/>
            <ac:spMk id="3" creationId="{54D12C52-767C-3C5F-EBEA-E14CB33ED5F3}"/>
          </ac:spMkLst>
        </pc:spChg>
      </pc:sldChg>
      <pc:sldChg chg="modSp new del mod">
        <pc:chgData name="Alessandro Di Piazza" userId="242384fd-1746-4b70-8d90-c83f4330e5ed" providerId="ADAL" clId="{FFF1DA74-BEAE-470B-8D8A-B7A1F3E1BF85}" dt="2026-05-25T08:52:28.998" v="1184" actId="47"/>
        <pc:sldMkLst>
          <pc:docMk/>
          <pc:sldMk cId="4204095062" sldId="259"/>
        </pc:sldMkLst>
      </pc:sldChg>
      <pc:sldChg chg="modSp new mod">
        <pc:chgData name="Alessandro Di Piazza" userId="242384fd-1746-4b70-8d90-c83f4330e5ed" providerId="ADAL" clId="{FFF1DA74-BEAE-470B-8D8A-B7A1F3E1BF85}" dt="2026-05-25T10:57:03.580" v="1486" actId="2711"/>
        <pc:sldMkLst>
          <pc:docMk/>
          <pc:sldMk cId="502201516" sldId="260"/>
        </pc:sldMkLst>
        <pc:spChg chg="mod">
          <ac:chgData name="Alessandro Di Piazza" userId="242384fd-1746-4b70-8d90-c83f4330e5ed" providerId="ADAL" clId="{FFF1DA74-BEAE-470B-8D8A-B7A1F3E1BF85}" dt="2026-05-25T10:56:14.294" v="1473"/>
          <ac:spMkLst>
            <pc:docMk/>
            <pc:sldMk cId="502201516" sldId="260"/>
            <ac:spMk id="2" creationId="{62940D36-2CB6-A04E-D6E5-E8823DAD2142}"/>
          </ac:spMkLst>
        </pc:spChg>
        <pc:spChg chg="mod">
          <ac:chgData name="Alessandro Di Piazza" userId="242384fd-1746-4b70-8d90-c83f4330e5ed" providerId="ADAL" clId="{FFF1DA74-BEAE-470B-8D8A-B7A1F3E1BF85}" dt="2026-05-25T10:57:03.580" v="1486" actId="2711"/>
          <ac:spMkLst>
            <pc:docMk/>
            <pc:sldMk cId="502201516" sldId="260"/>
            <ac:spMk id="3" creationId="{C6D8125E-986E-CC15-4E2E-6288A060A113}"/>
          </ac:spMkLst>
        </pc:spChg>
      </pc:sldChg>
      <pc:sldChg chg="addSp delSp modSp new del mod">
        <pc:chgData name="Alessandro Di Piazza" userId="242384fd-1746-4b70-8d90-c83f4330e5ed" providerId="ADAL" clId="{FFF1DA74-BEAE-470B-8D8A-B7A1F3E1BF85}" dt="2026-05-25T08:52:29.505" v="1185" actId="47"/>
        <pc:sldMkLst>
          <pc:docMk/>
          <pc:sldMk cId="3624749337" sldId="260"/>
        </pc:sldMkLst>
      </pc:sldChg>
      <pc:sldChg chg="modSp new mod ord">
        <pc:chgData name="Alessandro Di Piazza" userId="242384fd-1746-4b70-8d90-c83f4330e5ed" providerId="ADAL" clId="{FFF1DA74-BEAE-470B-8D8A-B7A1F3E1BF85}" dt="2026-05-25T10:58:35.480" v="1506" actId="5793"/>
        <pc:sldMkLst>
          <pc:docMk/>
          <pc:sldMk cId="689915869" sldId="261"/>
        </pc:sldMkLst>
        <pc:spChg chg="mod">
          <ac:chgData name="Alessandro Di Piazza" userId="242384fd-1746-4b70-8d90-c83f4330e5ed" providerId="ADAL" clId="{FFF1DA74-BEAE-470B-8D8A-B7A1F3E1BF85}" dt="2026-05-25T10:57:15.605" v="1490"/>
          <ac:spMkLst>
            <pc:docMk/>
            <pc:sldMk cId="689915869" sldId="261"/>
            <ac:spMk id="2" creationId="{AD998BCE-01DE-CF18-1DBE-627827C7CD30}"/>
          </ac:spMkLst>
        </pc:spChg>
        <pc:spChg chg="mod">
          <ac:chgData name="Alessandro Di Piazza" userId="242384fd-1746-4b70-8d90-c83f4330e5ed" providerId="ADAL" clId="{FFF1DA74-BEAE-470B-8D8A-B7A1F3E1BF85}" dt="2026-05-25T10:58:35.480" v="1506" actId="5793"/>
          <ac:spMkLst>
            <pc:docMk/>
            <pc:sldMk cId="689915869" sldId="261"/>
            <ac:spMk id="3" creationId="{12136BC6-EA0A-E044-AF32-02FA492EE473}"/>
          </ac:spMkLst>
        </pc:spChg>
      </pc:sldChg>
      <pc:sldChg chg="modSp new del mod">
        <pc:chgData name="Alessandro Di Piazza" userId="242384fd-1746-4b70-8d90-c83f4330e5ed" providerId="ADAL" clId="{FFF1DA74-BEAE-470B-8D8A-B7A1F3E1BF85}" dt="2026-05-25T08:52:31.164" v="1186" actId="47"/>
        <pc:sldMkLst>
          <pc:docMk/>
          <pc:sldMk cId="1192458173" sldId="261"/>
        </pc:sldMkLst>
      </pc:sldChg>
      <pc:sldChg chg="modSp new del mod">
        <pc:chgData name="Alessandro Di Piazza" userId="242384fd-1746-4b70-8d90-c83f4330e5ed" providerId="ADAL" clId="{FFF1DA74-BEAE-470B-8D8A-B7A1F3E1BF85}" dt="2026-05-25T08:52:31.538" v="1187" actId="47"/>
        <pc:sldMkLst>
          <pc:docMk/>
          <pc:sldMk cId="2124150076" sldId="262"/>
        </pc:sldMkLst>
      </pc:sldChg>
      <pc:sldChg chg="addSp delSp modSp new mod">
        <pc:chgData name="Alessandro Di Piazza" userId="242384fd-1746-4b70-8d90-c83f4330e5ed" providerId="ADAL" clId="{FFF1DA74-BEAE-470B-8D8A-B7A1F3E1BF85}" dt="2026-05-25T11:00:00.303" v="1534" actId="14100"/>
        <pc:sldMkLst>
          <pc:docMk/>
          <pc:sldMk cId="3061154852" sldId="262"/>
        </pc:sldMkLst>
        <pc:spChg chg="mod">
          <ac:chgData name="Alessandro Di Piazza" userId="242384fd-1746-4b70-8d90-c83f4330e5ed" providerId="ADAL" clId="{FFF1DA74-BEAE-470B-8D8A-B7A1F3E1BF85}" dt="2026-05-25T10:58:51.769" v="1508"/>
          <ac:spMkLst>
            <pc:docMk/>
            <pc:sldMk cId="3061154852" sldId="262"/>
            <ac:spMk id="2" creationId="{5B7F4919-26F3-6CD5-4424-1878568FBEF2}"/>
          </ac:spMkLst>
        </pc:spChg>
        <pc:spChg chg="mod">
          <ac:chgData name="Alessandro Di Piazza" userId="242384fd-1746-4b70-8d90-c83f4330e5ed" providerId="ADAL" clId="{FFF1DA74-BEAE-470B-8D8A-B7A1F3E1BF85}" dt="2026-05-25T11:00:00.303" v="1534" actId="14100"/>
          <ac:spMkLst>
            <pc:docMk/>
            <pc:sldMk cId="3061154852" sldId="262"/>
            <ac:spMk id="3" creationId="{7DBD14B4-C920-6A74-E0D5-3FF79EF6DE1D}"/>
          </ac:spMkLst>
        </pc:spChg>
        <pc:spChg chg="add del">
          <ac:chgData name="Alessandro Di Piazza" userId="242384fd-1746-4b70-8d90-c83f4330e5ed" providerId="ADAL" clId="{FFF1DA74-BEAE-470B-8D8A-B7A1F3E1BF85}" dt="2026-05-25T10:59:38.962" v="1524" actId="22"/>
          <ac:spMkLst>
            <pc:docMk/>
            <pc:sldMk cId="3061154852" sldId="262"/>
            <ac:spMk id="5" creationId="{FF942901-F941-8512-709C-7CFC5F4DDA1F}"/>
          </ac:spMkLst>
        </pc:spChg>
        <pc:spChg chg="add mod">
          <ac:chgData name="Alessandro Di Piazza" userId="242384fd-1746-4b70-8d90-c83f4330e5ed" providerId="ADAL" clId="{FFF1DA74-BEAE-470B-8D8A-B7A1F3E1BF85}" dt="2026-05-25T10:59:50.691" v="1527" actId="14100"/>
          <ac:spMkLst>
            <pc:docMk/>
            <pc:sldMk cId="3061154852" sldId="262"/>
            <ac:spMk id="7" creationId="{5838E58F-F3FF-F687-8899-F95C6504EAE0}"/>
          </ac:spMkLst>
        </pc:spChg>
      </pc:sldChg>
      <pc:sldChg chg="addSp delSp modSp new del mod">
        <pc:chgData name="Alessandro Di Piazza" userId="242384fd-1746-4b70-8d90-c83f4330e5ed" providerId="ADAL" clId="{FFF1DA74-BEAE-470B-8D8A-B7A1F3E1BF85}" dt="2026-05-25T08:52:31.910" v="1188" actId="47"/>
        <pc:sldMkLst>
          <pc:docMk/>
          <pc:sldMk cId="2620022595" sldId="263"/>
        </pc:sldMkLst>
      </pc:sldChg>
      <pc:sldChg chg="addSp delSp modSp new mod">
        <pc:chgData name="Alessandro Di Piazza" userId="242384fd-1746-4b70-8d90-c83f4330e5ed" providerId="ADAL" clId="{FFF1DA74-BEAE-470B-8D8A-B7A1F3E1BF85}" dt="2026-05-25T11:01:25.594" v="1549" actId="1076"/>
        <pc:sldMkLst>
          <pc:docMk/>
          <pc:sldMk cId="2660867481" sldId="263"/>
        </pc:sldMkLst>
        <pc:spChg chg="mod">
          <ac:chgData name="Alessandro Di Piazza" userId="242384fd-1746-4b70-8d90-c83f4330e5ed" providerId="ADAL" clId="{FFF1DA74-BEAE-470B-8D8A-B7A1F3E1BF85}" dt="2026-05-25T11:00:33.387" v="1540" actId="20577"/>
          <ac:spMkLst>
            <pc:docMk/>
            <pc:sldMk cId="2660867481" sldId="263"/>
            <ac:spMk id="2" creationId="{65BE7D12-AA33-7C95-0F78-CD2328B1F26E}"/>
          </ac:spMkLst>
        </pc:spChg>
        <pc:spChg chg="del mod">
          <ac:chgData name="Alessandro Di Piazza" userId="242384fd-1746-4b70-8d90-c83f4330e5ed" providerId="ADAL" clId="{FFF1DA74-BEAE-470B-8D8A-B7A1F3E1BF85}" dt="2026-05-25T11:00:23.979" v="1536" actId="478"/>
          <ac:spMkLst>
            <pc:docMk/>
            <pc:sldMk cId="2660867481" sldId="263"/>
            <ac:spMk id="3" creationId="{5A566662-DC42-EFF5-77E1-F216CF1BAABD}"/>
          </ac:spMkLst>
        </pc:spChg>
        <pc:spChg chg="add del mod">
          <ac:chgData name="Alessandro Di Piazza" userId="242384fd-1746-4b70-8d90-c83f4330e5ed" providerId="ADAL" clId="{FFF1DA74-BEAE-470B-8D8A-B7A1F3E1BF85}" dt="2026-05-25T11:00:35.985" v="1541" actId="478"/>
          <ac:spMkLst>
            <pc:docMk/>
            <pc:sldMk cId="2660867481" sldId="263"/>
            <ac:spMk id="5" creationId="{5EDC39F9-A0E5-B661-B43D-BFC071EACE66}"/>
          </ac:spMkLst>
        </pc:spChg>
        <pc:spChg chg="add mod">
          <ac:chgData name="Alessandro Di Piazza" userId="242384fd-1746-4b70-8d90-c83f4330e5ed" providerId="ADAL" clId="{FFF1DA74-BEAE-470B-8D8A-B7A1F3E1BF85}" dt="2026-05-25T11:00:43.701" v="1543" actId="1076"/>
          <ac:spMkLst>
            <pc:docMk/>
            <pc:sldMk cId="2660867481" sldId="263"/>
            <ac:spMk id="7" creationId="{0F9FC87B-6D3C-11F4-F587-9A6C5D4472D4}"/>
          </ac:spMkLst>
        </pc:spChg>
        <pc:spChg chg="add mod">
          <ac:chgData name="Alessandro Di Piazza" userId="242384fd-1746-4b70-8d90-c83f4330e5ed" providerId="ADAL" clId="{FFF1DA74-BEAE-470B-8D8A-B7A1F3E1BF85}" dt="2026-05-25T11:00:55.011" v="1545" actId="1076"/>
          <ac:spMkLst>
            <pc:docMk/>
            <pc:sldMk cId="2660867481" sldId="263"/>
            <ac:spMk id="9" creationId="{95AF15A6-B6DC-A027-21D4-CF07EA9D109E}"/>
          </ac:spMkLst>
        </pc:spChg>
        <pc:spChg chg="add mod">
          <ac:chgData name="Alessandro Di Piazza" userId="242384fd-1746-4b70-8d90-c83f4330e5ed" providerId="ADAL" clId="{FFF1DA74-BEAE-470B-8D8A-B7A1F3E1BF85}" dt="2026-05-25T11:01:02.044" v="1547" actId="1076"/>
          <ac:spMkLst>
            <pc:docMk/>
            <pc:sldMk cId="2660867481" sldId="263"/>
            <ac:spMk id="11" creationId="{DBFC8F4C-A4AE-C3C8-4EA2-B6829EA9F695}"/>
          </ac:spMkLst>
        </pc:spChg>
        <pc:spChg chg="add mod">
          <ac:chgData name="Alessandro Di Piazza" userId="242384fd-1746-4b70-8d90-c83f4330e5ed" providerId="ADAL" clId="{FFF1DA74-BEAE-470B-8D8A-B7A1F3E1BF85}" dt="2026-05-25T11:01:25.594" v="1549" actId="1076"/>
          <ac:spMkLst>
            <pc:docMk/>
            <pc:sldMk cId="2660867481" sldId="263"/>
            <ac:spMk id="13" creationId="{71238293-F274-D725-7903-D35D8FD4D2C0}"/>
          </ac:spMkLst>
        </pc:spChg>
      </pc:sldChg>
      <pc:sldChg chg="modSp new del mod">
        <pc:chgData name="Alessandro Di Piazza" userId="242384fd-1746-4b70-8d90-c83f4330e5ed" providerId="ADAL" clId="{FFF1DA74-BEAE-470B-8D8A-B7A1F3E1BF85}" dt="2026-05-25T08:52:32.299" v="1189" actId="47"/>
        <pc:sldMkLst>
          <pc:docMk/>
          <pc:sldMk cId="3985777224" sldId="264"/>
        </pc:sldMkLst>
      </pc:sldChg>
      <pc:sldChg chg="addSp delSp modSp new del mod">
        <pc:chgData name="Alessandro Di Piazza" userId="242384fd-1746-4b70-8d90-c83f4330e5ed" providerId="ADAL" clId="{FFF1DA74-BEAE-470B-8D8A-B7A1F3E1BF85}" dt="2026-05-25T08:52:32.713" v="1190" actId="47"/>
        <pc:sldMkLst>
          <pc:docMk/>
          <pc:sldMk cId="3837398240" sldId="265"/>
        </pc:sldMkLst>
      </pc:sldChg>
      <pc:sldChg chg="modSp new del mod">
        <pc:chgData name="Alessandro Di Piazza" userId="242384fd-1746-4b70-8d90-c83f4330e5ed" providerId="ADAL" clId="{FFF1DA74-BEAE-470B-8D8A-B7A1F3E1BF85}" dt="2026-05-25T08:52:33.509" v="1191" actId="47"/>
        <pc:sldMkLst>
          <pc:docMk/>
          <pc:sldMk cId="3355297426" sldId="266"/>
        </pc:sldMkLst>
      </pc:sldChg>
      <pc:sldChg chg="modSp new del mod">
        <pc:chgData name="Alessandro Di Piazza" userId="242384fd-1746-4b70-8d90-c83f4330e5ed" providerId="ADAL" clId="{FFF1DA74-BEAE-470B-8D8A-B7A1F3E1BF85}" dt="2026-05-25T08:52:34.113" v="1192" actId="47"/>
        <pc:sldMkLst>
          <pc:docMk/>
          <pc:sldMk cId="1683296771" sldId="267"/>
        </pc:sldMkLst>
      </pc:sldChg>
      <pc:sldChg chg="modSp new del mod">
        <pc:chgData name="Alessandro Di Piazza" userId="242384fd-1746-4b70-8d90-c83f4330e5ed" providerId="ADAL" clId="{FFF1DA74-BEAE-470B-8D8A-B7A1F3E1BF85}" dt="2026-05-25T08:52:34.663" v="1193" actId="47"/>
        <pc:sldMkLst>
          <pc:docMk/>
          <pc:sldMk cId="4142277145" sldId="268"/>
        </pc:sldMkLst>
      </pc:sldChg>
      <pc:sldChg chg="modSp add del mod">
        <pc:chgData name="Alessandro Di Piazza" userId="242384fd-1746-4b70-8d90-c83f4330e5ed" providerId="ADAL" clId="{FFF1DA74-BEAE-470B-8D8A-B7A1F3E1BF85}" dt="2026-05-25T08:52:35.078" v="1194" actId="47"/>
        <pc:sldMkLst>
          <pc:docMk/>
          <pc:sldMk cId="520404976" sldId="269"/>
        </pc:sldMkLst>
      </pc:sldChg>
      <pc:sldChg chg="modSp new del mod">
        <pc:chgData name="Alessandro Di Piazza" userId="242384fd-1746-4b70-8d90-c83f4330e5ed" providerId="ADAL" clId="{FFF1DA74-BEAE-470B-8D8A-B7A1F3E1BF85}" dt="2026-05-25T08:52:35.576" v="1195" actId="47"/>
        <pc:sldMkLst>
          <pc:docMk/>
          <pc:sldMk cId="3659694773" sldId="270"/>
        </pc:sldMkLst>
      </pc:sldChg>
      <pc:sldChg chg="modSp new del mod">
        <pc:chgData name="Alessandro Di Piazza" userId="242384fd-1746-4b70-8d90-c83f4330e5ed" providerId="ADAL" clId="{FFF1DA74-BEAE-470B-8D8A-B7A1F3E1BF85}" dt="2026-05-25T08:52:36.014" v="1196" actId="47"/>
        <pc:sldMkLst>
          <pc:docMk/>
          <pc:sldMk cId="3382980601" sldId="271"/>
        </pc:sldMkLst>
      </pc:sldChg>
      <pc:sldChg chg="addSp delSp modSp new del mod">
        <pc:chgData name="Alessandro Di Piazza" userId="242384fd-1746-4b70-8d90-c83f4330e5ed" providerId="ADAL" clId="{FFF1DA74-BEAE-470B-8D8A-B7A1F3E1BF85}" dt="2026-05-25T08:52:36.370" v="1197" actId="47"/>
        <pc:sldMkLst>
          <pc:docMk/>
          <pc:sldMk cId="671320916" sldId="272"/>
        </pc:sldMkLst>
      </pc:sldChg>
      <pc:sldChg chg="modSp new del mod ord">
        <pc:chgData name="Alessandro Di Piazza" userId="242384fd-1746-4b70-8d90-c83f4330e5ed" providerId="ADAL" clId="{FFF1DA74-BEAE-470B-8D8A-B7A1F3E1BF85}" dt="2026-05-25T08:51:02.642" v="1166" actId="2696"/>
        <pc:sldMkLst>
          <pc:docMk/>
          <pc:sldMk cId="1762079307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649B-FB7B-A554-4882-0F71307F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33BEB-1065-4235-4D23-D77BE256A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139E-DBC3-C411-D6FA-8AD6171B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7A8CF-A7E7-C76A-B70C-CC913F7E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3E73B-E3A7-FC76-EABD-BC9E2D2B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8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90EA-4947-A30D-E311-52222933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0E02-545C-F6D9-D156-41FB4A04D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08094-E153-4854-C0D8-87620470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01987-8BF6-6362-8682-451619BB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6078-8D92-E4D4-85F9-27A5CD0E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1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A3B4-C73A-FE9B-FE77-196872D7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0296F-4694-F59E-9B66-85BE33BA6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480AE-BCD4-BBFE-B488-7EFBB53D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4B822-625D-47B5-33D0-58A0EFE8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E531-E9B8-C965-AA6E-9C2014D0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3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9FA4-A347-9CC2-4D9C-6878EAC9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A9A1-E618-BEC9-8CFA-E4F6C92B1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E9E75-D3BA-4C42-5B64-884EBB6CE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FDE7-4A70-36C5-BB84-0E92B349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C9882-1F1E-7409-AAA5-7582A507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F6730-215A-9652-05CF-BFF89A43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8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D47B-2760-0E3E-9406-261DCF0F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BB69-F784-E6B6-FA39-D09A2D94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5F83A-8F9B-B297-F089-042C42523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BB55D-6C7D-3739-CFA6-1FD2386F8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E0EAD-D139-192C-09BE-E2EB5D289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16598-E3C9-78C6-A77C-8BC63065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8E6F1-FF43-CC84-2F1A-20BB3FB8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630B5-EBCC-ABE3-4B2C-DED95B2E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3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3975-2AA1-10CB-ACAC-22A3FABE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C453-E0CE-19C3-018F-FFA770DE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263D7-C382-E921-6F03-8A076FE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4C809-4B9D-728F-86D5-ABE2D8CC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3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01C14-C535-A95B-3589-7A4958F2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F8DF0-5D8E-BA5B-8E41-466A9ACE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326C4-CE93-815C-F2B1-78151CD5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9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8C71-570E-24BC-90D1-DE215054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F4611-C198-8FF4-3243-5C70B1D4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731B1-F4A6-857C-1239-ECE7FCB39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D9992-D37E-A656-796E-FAAE2C3E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42EC-819C-92D8-3C9F-38B08849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0625A-1A82-9C52-D4BC-CE22A253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65CA-DA3F-F0D8-2E85-8C18A676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F9E0D-C8E4-7397-1396-AF33BA7A7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5A831-CF04-B6E0-311E-0D2171F8E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3117C-3AE7-FE27-8192-9B41D2D7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A8B9F-1884-67B8-2A87-3B0E8D7F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570DD-6488-A66C-7515-BCFEC5DC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8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BFA7-B3C6-B0B5-3F0D-F8CDD78E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ED0AE-3C77-1AED-115F-C50B6D955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5AA6-C1EE-0558-A55E-3BF03E5A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F2EFB-6321-C7EB-CB6C-BB655B5F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6CFF-0D18-FD12-C6DF-1944DE48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7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732AB-2C3B-94E2-BEC2-DEE846096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F6FDD-CE31-88B4-7976-76C69F43D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6E839-ECE5-E8EB-E41A-33A134D7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9E44D-FEBB-33EB-4321-C5F6A696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D5C07-01A2-951E-9ADC-83D3C9AA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9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A9710-D7DA-FB24-42B5-E046E17A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86FAB-1A7B-DB26-2773-C63D20A2A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4B90-A93E-415F-FC1E-8267B24F3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57365-83EF-9A24-07D4-1EE5BD35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27A51-9C8C-0B11-05A1-78030A0C3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?utm_source=chatgpt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Maggio</a:t>
            </a:r>
          </a:p>
          <a:p>
            <a:r>
              <a:rPr lang="en-US" dirty="0"/>
              <a:t>28-29 Maggio</a:t>
            </a:r>
          </a:p>
          <a:p>
            <a:r>
              <a:rPr lang="en-US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0F13-6B21-C692-DFB4-A08B2F27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12C52-767C-3C5F-EBEA-E14CB33ED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0247" cy="4351338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Cos’è pip</a:t>
            </a:r>
          </a:p>
          <a:p>
            <a:r>
              <a:rPr lang="it-IT" dirty="0"/>
              <a:t>pip è lo strumento usato per:</a:t>
            </a:r>
          </a:p>
          <a:p>
            <a:r>
              <a:rPr lang="it-IT" dirty="0"/>
              <a:t>installare librerie Python </a:t>
            </a:r>
          </a:p>
          <a:p>
            <a:r>
              <a:rPr lang="it-IT" dirty="0"/>
              <a:t>aggiornare pacchetti </a:t>
            </a:r>
          </a:p>
          <a:p>
            <a:r>
              <a:rPr lang="it-IT" dirty="0"/>
              <a:t>rimuovere dipendenze </a:t>
            </a:r>
          </a:p>
          <a:p>
            <a:r>
              <a:rPr lang="it-IT" dirty="0"/>
              <a:t>gestire librerie esterne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8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0D36-2CB6-A04E-D6E5-E8823DAD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8125E-986E-CC15-4E2E-6288A060A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Installare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libreria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pip install requests</a:t>
            </a:r>
          </a:p>
          <a:p>
            <a:r>
              <a:rPr lang="en-US" b="1" dirty="0" err="1"/>
              <a:t>Aggiornare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libreria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pip install --upgrade requests</a:t>
            </a:r>
          </a:p>
          <a:p>
            <a:r>
              <a:rPr lang="en-US" b="1" dirty="0" err="1"/>
              <a:t>Rimuovere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libreria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pip uninstall requests</a:t>
            </a:r>
          </a:p>
          <a:p>
            <a:r>
              <a:rPr lang="en-US" b="1" dirty="0"/>
              <a:t>Vedere </a:t>
            </a:r>
            <a:r>
              <a:rPr lang="en-US" b="1" dirty="0" err="1"/>
              <a:t>librerie</a:t>
            </a:r>
            <a:r>
              <a:rPr lang="en-US" b="1" dirty="0"/>
              <a:t> </a:t>
            </a:r>
            <a:r>
              <a:rPr lang="en-US" b="1" dirty="0" err="1"/>
              <a:t>installate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pip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20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8BCE-01DE-CF18-1DBE-627827C7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requirements.txt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6BC6-EA0A-E044-AF32-02FA492EE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Generare</a:t>
            </a:r>
            <a:r>
              <a:rPr lang="en-US" b="1" dirty="0"/>
              <a:t> requirements.txt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pip freeze &gt; requirements.txt</a:t>
            </a:r>
          </a:p>
          <a:p>
            <a:pPr marL="0" indent="0">
              <a:buNone/>
            </a:pPr>
            <a:r>
              <a:rPr lang="en-US" b="1" dirty="0" err="1"/>
              <a:t>Installare</a:t>
            </a:r>
            <a:r>
              <a:rPr lang="en-US" b="1" dirty="0"/>
              <a:t> da file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pip install -r requirements.txt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pip </a:t>
            </a:r>
            <a:r>
              <a:rPr lang="en-US" dirty="0" err="1"/>
              <a:t>installa</a:t>
            </a:r>
            <a:r>
              <a:rPr lang="en-US" dirty="0"/>
              <a:t> </a:t>
            </a:r>
            <a:r>
              <a:rPr lang="en-US" dirty="0" err="1"/>
              <a:t>pacchetti</a:t>
            </a:r>
            <a:r>
              <a:rPr lang="en-US" dirty="0"/>
              <a:t> dal repository </a:t>
            </a:r>
            <a:r>
              <a:rPr lang="en-US" dirty="0" err="1"/>
              <a:t>ufficiale</a:t>
            </a:r>
            <a:r>
              <a:rPr lang="en-US" dirty="0"/>
              <a:t> Python:</a:t>
            </a:r>
          </a:p>
          <a:p>
            <a:pPr marL="0" indent="0">
              <a:buNone/>
            </a:pPr>
            <a:r>
              <a:rPr lang="en-US" b="1" dirty="0" err="1">
                <a:hlinkClick r:id="rId2"/>
              </a:rPr>
              <a:t>PyPI</a:t>
            </a:r>
            <a:r>
              <a:rPr lang="en-US" b="1" dirty="0">
                <a:hlinkClick r:id="rId2"/>
              </a:rPr>
              <a:t> (Python Package Index)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91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4919-26F3-6CD5-4424-1878568F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venv</a:t>
            </a:r>
            <a:r>
              <a:rPr lang="en-US" dirty="0"/>
              <a:t>: </a:t>
            </a:r>
            <a:r>
              <a:rPr lang="en-US" dirty="0" err="1"/>
              <a:t>ambienti</a:t>
            </a:r>
            <a:r>
              <a:rPr lang="en-US" dirty="0"/>
              <a:t> </a:t>
            </a:r>
            <a:r>
              <a:rPr lang="en-US" dirty="0" err="1"/>
              <a:t>virtuali</a:t>
            </a:r>
            <a:r>
              <a:rPr lang="en-US" dirty="0"/>
              <a:t>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D14B4-C920-6A74-E0D5-3FF79EF6D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1103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b="1" dirty="0"/>
              <a:t>Problema</a:t>
            </a:r>
          </a:p>
          <a:p>
            <a:pPr marL="0" indent="0">
              <a:buNone/>
            </a:pPr>
            <a:r>
              <a:rPr lang="it-IT" sz="1800" dirty="0"/>
              <a:t>Progetti diversi possono usare:</a:t>
            </a:r>
          </a:p>
          <a:p>
            <a:pPr marL="0" indent="0">
              <a:buNone/>
            </a:pPr>
            <a:r>
              <a:rPr lang="it-IT" sz="1800" dirty="0"/>
              <a:t>	versioni diverse delle librerie </a:t>
            </a:r>
          </a:p>
          <a:p>
            <a:pPr marL="0" indent="0">
              <a:buNone/>
            </a:pPr>
            <a:r>
              <a:rPr lang="it-IT" sz="1800" dirty="0"/>
              <a:t>	dipendenze incompatibili 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dirty="0"/>
              <a:t>Esempio:</a:t>
            </a:r>
          </a:p>
          <a:p>
            <a:r>
              <a:rPr lang="it-IT" sz="1800" dirty="0"/>
              <a:t>Progetto A → Django 4 </a:t>
            </a:r>
          </a:p>
          <a:p>
            <a:r>
              <a:rPr lang="it-IT" sz="1800" dirty="0"/>
              <a:t>Progetto B → Django 5</a:t>
            </a:r>
          </a:p>
          <a:p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8E58F-F3FF-F687-8899-F95C6504EAE0}"/>
              </a:ext>
            </a:extLst>
          </p:cNvPr>
          <p:cNvSpPr txBox="1"/>
          <p:nvPr/>
        </p:nvSpPr>
        <p:spPr>
          <a:xfrm>
            <a:off x="6221506" y="1825625"/>
            <a:ext cx="50560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Soluzione</a:t>
            </a:r>
          </a:p>
          <a:p>
            <a:pPr>
              <a:buNone/>
            </a:pPr>
            <a:r>
              <a:rPr lang="it-IT" dirty="0">
                <a:latin typeface="Courier New" panose="02070309020205020404" pitchFamily="49" charset="0"/>
              </a:rPr>
              <a:t>venv</a:t>
            </a:r>
            <a:r>
              <a:rPr lang="it-IT" dirty="0"/>
              <a:t> crea un ambiente isolato per ogni progetto.</a:t>
            </a:r>
          </a:p>
          <a:p>
            <a:pPr>
              <a:buNone/>
            </a:pPr>
            <a:r>
              <a:rPr lang="it-IT" dirty="0"/>
              <a:t>Ogni progetto avrà: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le proprie librerie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le proprie versioni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la propria configurazione</a:t>
            </a:r>
          </a:p>
        </p:txBody>
      </p:sp>
    </p:spTree>
    <p:extLst>
      <p:ext uri="{BB962C8B-B14F-4D97-AF65-F5344CB8AC3E}">
        <p14:creationId xmlns:p14="http://schemas.microsoft.com/office/powerpoint/2010/main" val="306115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7D12-AA33-7C95-0F78-CD2328B1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venv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9FC87B-6D3C-11F4-F587-9A6C5D4472D4}"/>
              </a:ext>
            </a:extLst>
          </p:cNvPr>
          <p:cNvSpPr txBox="1"/>
          <p:nvPr/>
        </p:nvSpPr>
        <p:spPr>
          <a:xfrm>
            <a:off x="838200" y="155181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Creare</a:t>
            </a:r>
            <a:r>
              <a:rPr lang="en-US" b="1" dirty="0"/>
              <a:t> un </a:t>
            </a:r>
            <a:r>
              <a:rPr lang="en-US" b="1" dirty="0" err="1"/>
              <a:t>ambiente</a:t>
            </a:r>
            <a:r>
              <a:rPr lang="en-US" b="1" dirty="0"/>
              <a:t> </a:t>
            </a:r>
            <a:r>
              <a:rPr lang="en-US" b="1" dirty="0" err="1"/>
              <a:t>virtuale</a:t>
            </a:r>
            <a:endParaRPr lang="en-US" b="1" dirty="0"/>
          </a:p>
          <a:p>
            <a:pPr>
              <a:buNone/>
            </a:pPr>
            <a:r>
              <a:rPr lang="en-US" b="1" dirty="0"/>
              <a:t>Windows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python -m </a:t>
            </a:r>
            <a:r>
              <a:rPr lang="en-US" dirty="0" err="1">
                <a:latin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venv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Mac / Linux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python3 -m </a:t>
            </a:r>
            <a:r>
              <a:rPr lang="en-US" dirty="0" err="1">
                <a:latin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venv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AF15A6-B6DC-A027-21D4-CF07EA9D109E}"/>
              </a:ext>
            </a:extLst>
          </p:cNvPr>
          <p:cNvSpPr txBox="1"/>
          <p:nvPr/>
        </p:nvSpPr>
        <p:spPr>
          <a:xfrm>
            <a:off x="838200" y="321925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Attivare</a:t>
            </a:r>
            <a:r>
              <a:rPr lang="en-US" b="1" dirty="0"/>
              <a:t> </a:t>
            </a:r>
            <a:r>
              <a:rPr lang="en-US" b="1" dirty="0" err="1"/>
              <a:t>l’ambiente</a:t>
            </a:r>
            <a:endParaRPr lang="en-US" b="1" dirty="0"/>
          </a:p>
          <a:p>
            <a:pPr>
              <a:buNone/>
            </a:pPr>
            <a:r>
              <a:rPr lang="en-US" b="1" dirty="0"/>
              <a:t>Windows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</a:rPr>
              <a:t>\Scripts\activate</a:t>
            </a:r>
          </a:p>
          <a:p>
            <a:pPr>
              <a:buNone/>
            </a:pPr>
            <a:r>
              <a:rPr lang="en-US" b="1" dirty="0"/>
              <a:t>Mac / Linux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source </a:t>
            </a:r>
            <a:r>
              <a:rPr lang="en-US" dirty="0" err="1">
                <a:latin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</a:rPr>
              <a:t>/bin/activate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FC8F4C-A4AE-C3C8-4EA2-B6829EA9F695}"/>
              </a:ext>
            </a:extLst>
          </p:cNvPr>
          <p:cNvSpPr txBox="1"/>
          <p:nvPr/>
        </p:nvSpPr>
        <p:spPr>
          <a:xfrm>
            <a:off x="838200" y="49830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Disattivare</a:t>
            </a:r>
            <a:r>
              <a:rPr lang="en-US" b="1" dirty="0"/>
              <a:t> </a:t>
            </a:r>
            <a:r>
              <a:rPr lang="en-US" b="1" dirty="0" err="1"/>
              <a:t>l’ambiente</a:t>
            </a: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deactivate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238293-F274-D725-7903-D35D8FD4D2C0}"/>
              </a:ext>
            </a:extLst>
          </p:cNvPr>
          <p:cNvSpPr txBox="1"/>
          <p:nvPr/>
        </p:nvSpPr>
        <p:spPr>
          <a:xfrm>
            <a:off x="6096000" y="153635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Best Practice</a:t>
            </a:r>
          </a:p>
          <a:p>
            <a:pPr>
              <a:buNone/>
            </a:pPr>
            <a:r>
              <a:rPr lang="it-IT" dirty="0"/>
              <a:t>✅ Un ambiente virtuale per ogni progetto</a:t>
            </a:r>
            <a:br>
              <a:rPr lang="it-IT" dirty="0"/>
            </a:br>
            <a:r>
              <a:rPr lang="it-IT" dirty="0"/>
              <a:t>✅ Non condividere cartella </a:t>
            </a:r>
            <a:r>
              <a:rPr lang="it-IT" dirty="0">
                <a:latin typeface="Courier New" panose="02070309020205020404" pitchFamily="49" charset="0"/>
              </a:rPr>
              <a:t>venv</a:t>
            </a:r>
            <a:r>
              <a:rPr lang="it-IT" dirty="0"/>
              <a:t> su Git</a:t>
            </a:r>
            <a:br>
              <a:rPr lang="it-IT" dirty="0"/>
            </a:br>
            <a:r>
              <a:rPr lang="it-IT" dirty="0"/>
              <a:t>✅ Salvare sempre </a:t>
            </a:r>
            <a:r>
              <a:rPr lang="it-IT" dirty="0">
                <a:latin typeface="Courier New" panose="02070309020205020404" pitchFamily="49" charset="0"/>
              </a:rPr>
              <a:t>requirements.txt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6086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5CF8-154F-3CC8-B248-7AC58219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B542D-4E32-7EDC-894F-B82A11C6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https://github.com/dipialx/Corso-Python</a:t>
            </a:r>
          </a:p>
        </p:txBody>
      </p:sp>
    </p:spTree>
    <p:extLst>
      <p:ext uri="{BB962C8B-B14F-4D97-AF65-F5344CB8AC3E}">
        <p14:creationId xmlns:p14="http://schemas.microsoft.com/office/powerpoint/2010/main" val="231212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321A-3DBB-2CEA-D316-61BA3B8C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BDDAD-F2BA-5EC9-FC79-760DE859A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	Fondamenti di Python </a:t>
            </a:r>
            <a:br>
              <a:rPr lang="it-IT" dirty="0"/>
            </a:br>
            <a:r>
              <a:rPr lang="it-IT" dirty="0"/>
              <a:t>	Programmazione a oggetti Analisi dati con Pandas </a:t>
            </a:r>
            <a:br>
              <a:rPr lang="it-IT" dirty="0"/>
            </a:br>
            <a:r>
              <a:rPr lang="it-IT" dirty="0"/>
              <a:t>	Visualizzazione dati con Matplotlib </a:t>
            </a:r>
          </a:p>
          <a:p>
            <a:pPr marL="0" indent="0">
              <a:buNone/>
            </a:pPr>
            <a:r>
              <a:rPr lang="it-IT" dirty="0"/>
              <a:t>	Interfacce grafiche con WxPython</a:t>
            </a:r>
          </a:p>
          <a:p>
            <a:pPr marL="0" indent="0">
              <a:buNone/>
            </a:pPr>
            <a:r>
              <a:rPr lang="it-IT" dirty="0"/>
              <a:t>	Python web Django e REST API</a:t>
            </a:r>
            <a:br>
              <a:rPr lang="it-IT" dirty="0"/>
            </a:br>
            <a:r>
              <a:rPr lang="it-IT" dirty="0"/>
              <a:t>	Introduzione a Machine Learning</a:t>
            </a:r>
          </a:p>
          <a:p>
            <a:pPr marL="0" indent="0">
              <a:buNone/>
            </a:pPr>
            <a:r>
              <a:rPr lang="it-IT" dirty="0"/>
              <a:t>	Introduzione a LLM</a:t>
            </a:r>
          </a:p>
          <a:p>
            <a:pPr marL="0" indent="0">
              <a:buNone/>
            </a:pPr>
            <a:r>
              <a:rPr lang="it-IT" dirty="0"/>
              <a:t>	docker</a:t>
            </a:r>
          </a:p>
          <a:p>
            <a:pPr marL="0" indent="0">
              <a:buNone/>
            </a:pPr>
            <a:r>
              <a:rPr lang="it-IT" dirty="0"/>
              <a:t>	database non relazionali (installazione di redis)</a:t>
            </a:r>
          </a:p>
          <a:p>
            <a:pPr marL="0" indent="0">
              <a:buNone/>
            </a:pPr>
            <a:r>
              <a:rPr lang="it-IT" dirty="0"/>
              <a:t>	RAG e MCP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8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283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Courier New</vt:lpstr>
      <vt:lpstr>Office Theme</vt:lpstr>
      <vt:lpstr>Corso Python</vt:lpstr>
      <vt:lpstr>Pip</vt:lpstr>
      <vt:lpstr>Esempi</vt:lpstr>
      <vt:lpstr>File requirements.txt</vt:lpstr>
      <vt:lpstr>venv: ambienti virtuali Python</vt:lpstr>
      <vt:lpstr>venv</vt:lpstr>
      <vt:lpstr>github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1</cp:revision>
  <dcterms:created xsi:type="dcterms:W3CDTF">2026-05-21T11:36:00Z</dcterms:created>
  <dcterms:modified xsi:type="dcterms:W3CDTF">2026-05-25T11:46:17Z</dcterms:modified>
</cp:coreProperties>
</file>