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ssandro Di Piazza" userId="242384fd-1746-4b70-8d90-c83f4330e5ed" providerId="ADAL" clId="{FFF1DA74-BEAE-470B-8D8A-B7A1F3E1BF85}"/>
    <pc:docChg chg="undo custSel addSld delSld modSld sldOrd">
      <pc:chgData name="Alessandro Di Piazza" userId="242384fd-1746-4b70-8d90-c83f4330e5ed" providerId="ADAL" clId="{FFF1DA74-BEAE-470B-8D8A-B7A1F3E1BF85}" dt="2026-05-25T08:52:36.370" v="1197" actId="47"/>
      <pc:docMkLst>
        <pc:docMk/>
      </pc:docMkLst>
      <pc:sldChg chg="addSp modSp new mod">
        <pc:chgData name="Alessandro Di Piazza" userId="242384fd-1746-4b70-8d90-c83f4330e5ed" providerId="ADAL" clId="{FFF1DA74-BEAE-470B-8D8A-B7A1F3E1BF85}" dt="2026-05-21T14:25:33.389" v="680" actId="20577"/>
        <pc:sldMkLst>
          <pc:docMk/>
          <pc:sldMk cId="722898410" sldId="256"/>
        </pc:sldMkLst>
        <pc:spChg chg="mod">
          <ac:chgData name="Alessandro Di Piazza" userId="242384fd-1746-4b70-8d90-c83f4330e5ed" providerId="ADAL" clId="{FFF1DA74-BEAE-470B-8D8A-B7A1F3E1BF85}" dt="2026-05-21T11:36:05.065" v="14" actId="20577"/>
          <ac:spMkLst>
            <pc:docMk/>
            <pc:sldMk cId="722898410" sldId="256"/>
            <ac:spMk id="2" creationId="{4E3C584C-96BD-124F-ABCA-AB9CF6FE152A}"/>
          </ac:spMkLst>
        </pc:spChg>
        <pc:spChg chg="mod">
          <ac:chgData name="Alessandro Di Piazza" userId="242384fd-1746-4b70-8d90-c83f4330e5ed" providerId="ADAL" clId="{FFF1DA74-BEAE-470B-8D8A-B7A1F3E1BF85}" dt="2026-05-21T14:25:33.389" v="680" actId="20577"/>
          <ac:spMkLst>
            <pc:docMk/>
            <pc:sldMk cId="722898410" sldId="256"/>
            <ac:spMk id="3" creationId="{A56E327D-758D-40CC-C224-A718EBB6EEC8}"/>
          </ac:spMkLst>
        </pc:spChg>
        <pc:picChg chg="add mod">
          <ac:chgData name="Alessandro Di Piazza" userId="242384fd-1746-4b70-8d90-c83f4330e5ed" providerId="ADAL" clId="{FFF1DA74-BEAE-470B-8D8A-B7A1F3E1BF85}" dt="2026-05-21T11:37:19.057" v="64" actId="1076"/>
          <ac:picMkLst>
            <pc:docMk/>
            <pc:sldMk cId="722898410" sldId="256"/>
            <ac:picMk id="1026" creationId="{87D3EFB6-5019-A5A0-925E-B94D9D24BA4A}"/>
          </ac:picMkLst>
        </pc:picChg>
      </pc:sldChg>
      <pc:sldChg chg="addSp delSp modSp new mod">
        <pc:chgData name="Alessandro Di Piazza" userId="242384fd-1746-4b70-8d90-c83f4330e5ed" providerId="ADAL" clId="{FFF1DA74-BEAE-470B-8D8A-B7A1F3E1BF85}" dt="2026-05-25T08:52:07.132" v="1182" actId="5793"/>
        <pc:sldMkLst>
          <pc:docMk/>
          <pc:sldMk cId="2312129349" sldId="257"/>
        </pc:sldMkLst>
        <pc:spChg chg="mod">
          <ac:chgData name="Alessandro Di Piazza" userId="242384fd-1746-4b70-8d90-c83f4330e5ed" providerId="ADAL" clId="{FFF1DA74-BEAE-470B-8D8A-B7A1F3E1BF85}" dt="2026-05-25T08:51:53.633" v="1180" actId="20577"/>
          <ac:spMkLst>
            <pc:docMk/>
            <pc:sldMk cId="2312129349" sldId="257"/>
            <ac:spMk id="2" creationId="{CBD55CF8-154F-3CC8-B248-7AC58219C3A5}"/>
          </ac:spMkLst>
        </pc:spChg>
        <pc:spChg chg="del mod">
          <ac:chgData name="Alessandro Di Piazza" userId="242384fd-1746-4b70-8d90-c83f4330e5ed" providerId="ADAL" clId="{FFF1DA74-BEAE-470B-8D8A-B7A1F3E1BF85}" dt="2026-05-25T08:51:44.659" v="1168" actId="478"/>
          <ac:spMkLst>
            <pc:docMk/>
            <pc:sldMk cId="2312129349" sldId="257"/>
            <ac:spMk id="3" creationId="{BF9CDD40-1257-9380-35AA-7E7C19018596}"/>
          </ac:spMkLst>
        </pc:spChg>
        <pc:spChg chg="add mod">
          <ac:chgData name="Alessandro Di Piazza" userId="242384fd-1746-4b70-8d90-c83f4330e5ed" providerId="ADAL" clId="{FFF1DA74-BEAE-470B-8D8A-B7A1F3E1BF85}" dt="2026-05-25T08:52:07.132" v="1182" actId="5793"/>
          <ac:spMkLst>
            <pc:docMk/>
            <pc:sldMk cId="2312129349" sldId="257"/>
            <ac:spMk id="4" creationId="{0B7B542D-4E32-7EDC-894F-B82A11C6EA85}"/>
          </ac:spMkLst>
        </pc:spChg>
        <pc:spChg chg="add del mod">
          <ac:chgData name="Alessandro Di Piazza" userId="242384fd-1746-4b70-8d90-c83f4330e5ed" providerId="ADAL" clId="{FFF1DA74-BEAE-470B-8D8A-B7A1F3E1BF85}" dt="2026-05-25T08:51:41.300" v="1167" actId="478"/>
          <ac:spMkLst>
            <pc:docMk/>
            <pc:sldMk cId="2312129349" sldId="257"/>
            <ac:spMk id="5" creationId="{5D022554-E8B6-AC76-51F9-AB2D1F9C2AAA}"/>
          </ac:spMkLst>
        </pc:spChg>
        <pc:spChg chg="add del mod">
          <ac:chgData name="Alessandro Di Piazza" userId="242384fd-1746-4b70-8d90-c83f4330e5ed" providerId="ADAL" clId="{FFF1DA74-BEAE-470B-8D8A-B7A1F3E1BF85}" dt="2026-05-25T08:51:44.659" v="1168" actId="478"/>
          <ac:spMkLst>
            <pc:docMk/>
            <pc:sldMk cId="2312129349" sldId="257"/>
            <ac:spMk id="7" creationId="{E5918D81-A9F2-1EB5-1398-5BEC636C5E35}"/>
          </ac:spMkLst>
        </pc:spChg>
        <pc:spChg chg="add del mod">
          <ac:chgData name="Alessandro Di Piazza" userId="242384fd-1746-4b70-8d90-c83f4330e5ed" providerId="ADAL" clId="{FFF1DA74-BEAE-470B-8D8A-B7A1F3E1BF85}" dt="2026-05-25T08:51:44.659" v="1168" actId="478"/>
          <ac:spMkLst>
            <pc:docMk/>
            <pc:sldMk cId="2312129349" sldId="257"/>
            <ac:spMk id="9" creationId="{D02EC257-B274-61A0-8C52-159AA4B8BBF4}"/>
          </ac:spMkLst>
        </pc:spChg>
        <pc:picChg chg="add del mod">
          <ac:chgData name="Alessandro Di Piazza" userId="242384fd-1746-4b70-8d90-c83f4330e5ed" providerId="ADAL" clId="{FFF1DA74-BEAE-470B-8D8A-B7A1F3E1BF85}" dt="2026-05-25T08:51:44.659" v="1168" actId="478"/>
          <ac:picMkLst>
            <pc:docMk/>
            <pc:sldMk cId="2312129349" sldId="257"/>
            <ac:picMk id="2050" creationId="{4FBB9CE7-41BE-DF9D-CDEA-4A1B6C2B83A1}"/>
          </ac:picMkLst>
        </pc:picChg>
        <pc:picChg chg="add del mod">
          <ac:chgData name="Alessandro Di Piazza" userId="242384fd-1746-4b70-8d90-c83f4330e5ed" providerId="ADAL" clId="{FFF1DA74-BEAE-470B-8D8A-B7A1F3E1BF85}" dt="2026-05-25T08:51:41.300" v="1167" actId="478"/>
          <ac:picMkLst>
            <pc:docMk/>
            <pc:sldMk cId="2312129349" sldId="257"/>
            <ac:picMk id="2052" creationId="{F0BE105D-7EDB-FA0D-EBE4-3A9CB39A52FF}"/>
          </ac:picMkLst>
        </pc:picChg>
      </pc:sldChg>
      <pc:sldChg chg="modSp new del mod">
        <pc:chgData name="Alessandro Di Piazza" userId="242384fd-1746-4b70-8d90-c83f4330e5ed" providerId="ADAL" clId="{FFF1DA74-BEAE-470B-8D8A-B7A1F3E1BF85}" dt="2026-05-25T08:52:11.155" v="1183" actId="2696"/>
        <pc:sldMkLst>
          <pc:docMk/>
          <pc:sldMk cId="3268373739" sldId="258"/>
        </pc:sldMkLst>
      </pc:sldChg>
      <pc:sldChg chg="modSp new del mod">
        <pc:chgData name="Alessandro Di Piazza" userId="242384fd-1746-4b70-8d90-c83f4330e5ed" providerId="ADAL" clId="{FFF1DA74-BEAE-470B-8D8A-B7A1F3E1BF85}" dt="2026-05-25T08:52:28.998" v="1184" actId="47"/>
        <pc:sldMkLst>
          <pc:docMk/>
          <pc:sldMk cId="4204095062" sldId="259"/>
        </pc:sldMkLst>
      </pc:sldChg>
      <pc:sldChg chg="addSp delSp modSp new del mod">
        <pc:chgData name="Alessandro Di Piazza" userId="242384fd-1746-4b70-8d90-c83f4330e5ed" providerId="ADAL" clId="{FFF1DA74-BEAE-470B-8D8A-B7A1F3E1BF85}" dt="2026-05-25T08:52:29.505" v="1185" actId="47"/>
        <pc:sldMkLst>
          <pc:docMk/>
          <pc:sldMk cId="3624749337" sldId="260"/>
        </pc:sldMkLst>
      </pc:sldChg>
      <pc:sldChg chg="modSp new del mod">
        <pc:chgData name="Alessandro Di Piazza" userId="242384fd-1746-4b70-8d90-c83f4330e5ed" providerId="ADAL" clId="{FFF1DA74-BEAE-470B-8D8A-B7A1F3E1BF85}" dt="2026-05-25T08:52:31.164" v="1186" actId="47"/>
        <pc:sldMkLst>
          <pc:docMk/>
          <pc:sldMk cId="1192458173" sldId="261"/>
        </pc:sldMkLst>
      </pc:sldChg>
      <pc:sldChg chg="modSp new del mod">
        <pc:chgData name="Alessandro Di Piazza" userId="242384fd-1746-4b70-8d90-c83f4330e5ed" providerId="ADAL" clId="{FFF1DA74-BEAE-470B-8D8A-B7A1F3E1BF85}" dt="2026-05-25T08:52:31.538" v="1187" actId="47"/>
        <pc:sldMkLst>
          <pc:docMk/>
          <pc:sldMk cId="2124150076" sldId="262"/>
        </pc:sldMkLst>
      </pc:sldChg>
      <pc:sldChg chg="addSp delSp modSp new del mod">
        <pc:chgData name="Alessandro Di Piazza" userId="242384fd-1746-4b70-8d90-c83f4330e5ed" providerId="ADAL" clId="{FFF1DA74-BEAE-470B-8D8A-B7A1F3E1BF85}" dt="2026-05-25T08:52:31.910" v="1188" actId="47"/>
        <pc:sldMkLst>
          <pc:docMk/>
          <pc:sldMk cId="2620022595" sldId="263"/>
        </pc:sldMkLst>
      </pc:sldChg>
      <pc:sldChg chg="modSp new del mod">
        <pc:chgData name="Alessandro Di Piazza" userId="242384fd-1746-4b70-8d90-c83f4330e5ed" providerId="ADAL" clId="{FFF1DA74-BEAE-470B-8D8A-B7A1F3E1BF85}" dt="2026-05-25T08:52:32.299" v="1189" actId="47"/>
        <pc:sldMkLst>
          <pc:docMk/>
          <pc:sldMk cId="3985777224" sldId="264"/>
        </pc:sldMkLst>
      </pc:sldChg>
      <pc:sldChg chg="addSp delSp modSp new del mod">
        <pc:chgData name="Alessandro Di Piazza" userId="242384fd-1746-4b70-8d90-c83f4330e5ed" providerId="ADAL" clId="{FFF1DA74-BEAE-470B-8D8A-B7A1F3E1BF85}" dt="2026-05-25T08:52:32.713" v="1190" actId="47"/>
        <pc:sldMkLst>
          <pc:docMk/>
          <pc:sldMk cId="3837398240" sldId="265"/>
        </pc:sldMkLst>
      </pc:sldChg>
      <pc:sldChg chg="modSp new del mod">
        <pc:chgData name="Alessandro Di Piazza" userId="242384fd-1746-4b70-8d90-c83f4330e5ed" providerId="ADAL" clId="{FFF1DA74-BEAE-470B-8D8A-B7A1F3E1BF85}" dt="2026-05-25T08:52:33.509" v="1191" actId="47"/>
        <pc:sldMkLst>
          <pc:docMk/>
          <pc:sldMk cId="3355297426" sldId="266"/>
        </pc:sldMkLst>
      </pc:sldChg>
      <pc:sldChg chg="modSp new del mod">
        <pc:chgData name="Alessandro Di Piazza" userId="242384fd-1746-4b70-8d90-c83f4330e5ed" providerId="ADAL" clId="{FFF1DA74-BEAE-470B-8D8A-B7A1F3E1BF85}" dt="2026-05-25T08:52:34.113" v="1192" actId="47"/>
        <pc:sldMkLst>
          <pc:docMk/>
          <pc:sldMk cId="1683296771" sldId="267"/>
        </pc:sldMkLst>
      </pc:sldChg>
      <pc:sldChg chg="modSp new del mod">
        <pc:chgData name="Alessandro Di Piazza" userId="242384fd-1746-4b70-8d90-c83f4330e5ed" providerId="ADAL" clId="{FFF1DA74-BEAE-470B-8D8A-B7A1F3E1BF85}" dt="2026-05-25T08:52:34.663" v="1193" actId="47"/>
        <pc:sldMkLst>
          <pc:docMk/>
          <pc:sldMk cId="4142277145" sldId="268"/>
        </pc:sldMkLst>
      </pc:sldChg>
      <pc:sldChg chg="modSp add del mod">
        <pc:chgData name="Alessandro Di Piazza" userId="242384fd-1746-4b70-8d90-c83f4330e5ed" providerId="ADAL" clId="{FFF1DA74-BEAE-470B-8D8A-B7A1F3E1BF85}" dt="2026-05-25T08:52:35.078" v="1194" actId="47"/>
        <pc:sldMkLst>
          <pc:docMk/>
          <pc:sldMk cId="520404976" sldId="269"/>
        </pc:sldMkLst>
      </pc:sldChg>
      <pc:sldChg chg="modSp new del mod">
        <pc:chgData name="Alessandro Di Piazza" userId="242384fd-1746-4b70-8d90-c83f4330e5ed" providerId="ADAL" clId="{FFF1DA74-BEAE-470B-8D8A-B7A1F3E1BF85}" dt="2026-05-25T08:52:35.576" v="1195" actId="47"/>
        <pc:sldMkLst>
          <pc:docMk/>
          <pc:sldMk cId="3659694773" sldId="270"/>
        </pc:sldMkLst>
      </pc:sldChg>
      <pc:sldChg chg="modSp new del mod">
        <pc:chgData name="Alessandro Di Piazza" userId="242384fd-1746-4b70-8d90-c83f4330e5ed" providerId="ADAL" clId="{FFF1DA74-BEAE-470B-8D8A-B7A1F3E1BF85}" dt="2026-05-25T08:52:36.014" v="1196" actId="47"/>
        <pc:sldMkLst>
          <pc:docMk/>
          <pc:sldMk cId="3382980601" sldId="271"/>
        </pc:sldMkLst>
      </pc:sldChg>
      <pc:sldChg chg="addSp delSp modSp new del mod">
        <pc:chgData name="Alessandro Di Piazza" userId="242384fd-1746-4b70-8d90-c83f4330e5ed" providerId="ADAL" clId="{FFF1DA74-BEAE-470B-8D8A-B7A1F3E1BF85}" dt="2026-05-25T08:52:36.370" v="1197" actId="47"/>
        <pc:sldMkLst>
          <pc:docMk/>
          <pc:sldMk cId="671320916" sldId="272"/>
        </pc:sldMkLst>
      </pc:sldChg>
      <pc:sldChg chg="modSp new del mod ord">
        <pc:chgData name="Alessandro Di Piazza" userId="242384fd-1746-4b70-8d90-c83f4330e5ed" providerId="ADAL" clId="{FFF1DA74-BEAE-470B-8D8A-B7A1F3E1BF85}" dt="2026-05-25T08:51:02.642" v="1166" actId="2696"/>
        <pc:sldMkLst>
          <pc:docMk/>
          <pc:sldMk cId="1762079307" sldId="27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649B-FB7B-A554-4882-0F71307F36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933BEB-1065-4235-4D23-D77BE256AC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E8139E-DBC3-C411-D6FA-8AD6171BD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97A8CF-A7E7-C76A-B70C-CC913F7E0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63E73B-E3A7-FC76-EABD-BC9E2D2B5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880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D90EA-4947-A30D-E311-522229336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60E02-545C-F6D9-D156-41FB4A04D4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408094-E153-4854-C0D8-876204706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301987-8BF6-6362-8682-451619BBC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06078-8D92-E4D4-85F9-27A5CD0E6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210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5A3B4-C73A-FE9B-FE77-196872D7C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E0296F-4694-F59E-9B66-85BE33BA6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7480AE-BCD4-BBFE-B488-7EFBB53DD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C4B822-625D-47B5-33D0-58A0EFE88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AE531-E9B8-C965-AA6E-9C2014D0A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033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79FA4-A347-9CC2-4D9C-6878EAC9A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6A9A1-E618-BEC9-8CFA-E4F6C92B19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EE9E75-D3BA-4C42-5B64-884EBB6CE2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31FDE7-4A70-36C5-BB84-0E92B3495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9C9882-1F1E-7409-AAA5-7582A5073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CF6730-215A-9652-05CF-BFF89A43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1805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4D47B-2760-0E3E-9406-261DCF0FA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8BB69-F784-E6B6-FA39-D09A2D944C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5F83A-8F9B-B297-F089-042C425235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ABB55D-6C7D-3739-CFA6-1FD2386F83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9E0EAD-D139-192C-09BE-E2EB5D2896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B16598-E3C9-78C6-A77C-8BC630654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88E6F1-FF43-CC84-2F1A-20BB3FB8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0630B5-EBCC-ABE3-4B2C-DED95B2E4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433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93975-2AA1-10CB-ACAC-22A3FABE4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4C453-E0CE-19C3-018F-FFA770DE5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E263D7-C382-E921-6F03-8A076FE5F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64C809-4B9D-728F-86D5-ABE2D8CCA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932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001C14-C535-A95B-3589-7A4958F29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FF8DF0-5D8E-BA5B-8E41-466A9ACE4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3326C4-CE93-815C-F2B1-78151CD54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96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A8C71-570E-24BC-90D1-DE2150545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F4611-C198-8FF4-3243-5C70B1D4BA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7731B1-F4A6-857C-1239-ECE7FCB39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6D9992-D37E-A656-796E-FAAE2C3E3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9342EC-819C-92D8-3C9F-38B088490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60625A-1A82-9C52-D4BC-CE22A2531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82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A65CA-DA3F-F0D8-2E85-8C18A676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7F9E0D-C8E4-7397-1396-AF33BA7A70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95A831-CF04-B6E0-311E-0D2171F8EA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D3117C-3AE7-FE27-8192-9B41D2D7E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CA8B9F-1884-67B8-2A87-3B0E8D7FF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570DD-6488-A66C-7515-BCFEC5DCB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089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3BFA7-B3C6-B0B5-3F0D-F8CDD78ED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6ED0AE-3C77-1AED-115F-C50B6D955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75AA6-C1EE-0558-A55E-3BF03E5AE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F2EFB-6321-C7EB-CB6C-BB655B5F6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376CFF-0D18-FD12-C6DF-1944DE48B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675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5732AB-2C3B-94E2-BEC2-DEE8460967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5F6FDD-CE31-88B4-7976-76C69F43D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B6E839-ECE5-E8EB-E41A-33A134D70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09E44D-FEBB-33EB-4321-C5F6A6963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4D5C07-01A2-951E-9ADC-83D3C9AA3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96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1A9710-D7DA-FB24-42B5-E046E17A9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F86FAB-1A7B-DB26-2773-C63D20A2A8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44B90-A93E-415F-FC1E-8267B24F3F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65B9A4-39DC-4E39-840A-704E3970A69D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557365-83EF-9A24-07D4-1EE5BD350D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27A51-9C8C-0B11-05A1-78030A0C39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213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C584C-96BD-124F-ABCA-AB9CF6FE15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Corso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6E327D-758D-40CC-C224-A718EBB6EE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22 Maggio</a:t>
            </a:r>
          </a:p>
          <a:p>
            <a:r>
              <a:rPr lang="en-US" dirty="0"/>
              <a:t>28-29 Maggio</a:t>
            </a:r>
          </a:p>
          <a:p>
            <a:r>
              <a:rPr lang="en-US" dirty="0"/>
              <a:t>3-4-5-8 Giugno</a:t>
            </a:r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87D3EFB6-5019-A5A0-925E-B94D9D24B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164" y="1122363"/>
            <a:ext cx="1353671" cy="1353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2898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55CF8-154F-3CC8-B248-7AC58219C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7B542D-4E32-7EDC-894F-B82A11C6EA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https://github.com/dipialx/Corso-Python</a:t>
            </a:r>
          </a:p>
        </p:txBody>
      </p:sp>
    </p:spTree>
    <p:extLst>
      <p:ext uri="{BB962C8B-B14F-4D97-AF65-F5344CB8AC3E}">
        <p14:creationId xmlns:p14="http://schemas.microsoft.com/office/powerpoint/2010/main" val="2312129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1034</TotalTime>
  <Words>18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Corso Python</vt:lpstr>
      <vt:lpstr>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Alessandro Di Piazza</dc:creator>
  <cp:lastModifiedBy>Alessandro Di Piazza</cp:lastModifiedBy>
  <cp:revision>1</cp:revision>
  <dcterms:created xsi:type="dcterms:W3CDTF">2026-05-21T11:36:00Z</dcterms:created>
  <dcterms:modified xsi:type="dcterms:W3CDTF">2026-05-25T08:53:26Z</dcterms:modified>
</cp:coreProperties>
</file>