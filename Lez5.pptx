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3" r:id="rId23"/>
    <p:sldId id="284" r:id="rId24"/>
    <p:sldId id="285" r:id="rId25"/>
    <p:sldId id="286" r:id="rId26"/>
    <p:sldId id="299" r:id="rId27"/>
    <p:sldId id="277" r:id="rId28"/>
    <p:sldId id="278" r:id="rId29"/>
    <p:sldId id="279" r:id="rId30"/>
    <p:sldId id="280" r:id="rId31"/>
    <p:sldId id="281" r:id="rId32"/>
    <p:sldId id="282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0" r:id="rId46"/>
    <p:sldId id="30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6-05T16:01:12.721" v="1628" actId="2696"/>
      <pc:docMkLst>
        <pc:docMk/>
      </pc:docMkLst>
      <pc:sldChg chg="add">
        <pc:chgData name="Alessandro Di Piazza" userId="242384fd-1746-4b70-8d90-c83f4330e5ed" providerId="ADAL" clId="{FFF1DA74-BEAE-470B-8D8A-B7A1F3E1BF85}" dt="2026-05-26T10:41:30.695" v="0"/>
        <pc:sldMkLst>
          <pc:docMk/>
          <pc:sldMk cId="722898410" sldId="256"/>
        </pc:sldMkLst>
      </pc:sldChg>
      <pc:sldChg chg="modSp new mod">
        <pc:chgData name="Alessandro Di Piazza" userId="242384fd-1746-4b70-8d90-c83f4330e5ed" providerId="ADAL" clId="{FFF1DA74-BEAE-470B-8D8A-B7A1F3E1BF85}" dt="2026-05-27T13:02:48.320" v="1357" actId="20577"/>
        <pc:sldMkLst>
          <pc:docMk/>
          <pc:sldMk cId="3298000338" sldId="257"/>
        </pc:sldMkLst>
        <pc:spChg chg="mod">
          <ac:chgData name="Alessandro Di Piazza" userId="242384fd-1746-4b70-8d90-c83f4330e5ed" providerId="ADAL" clId="{FFF1DA74-BEAE-470B-8D8A-B7A1F3E1BF85}" dt="2026-05-26T10:41:59.430" v="7" actId="20577"/>
          <ac:spMkLst>
            <pc:docMk/>
            <pc:sldMk cId="3298000338" sldId="257"/>
            <ac:spMk id="2" creationId="{97BFA2D7-C54D-31DE-691E-B6C96DF6029D}"/>
          </ac:spMkLst>
        </pc:spChg>
        <pc:spChg chg="mod">
          <ac:chgData name="Alessandro Di Piazza" userId="242384fd-1746-4b70-8d90-c83f4330e5ed" providerId="ADAL" clId="{FFF1DA74-BEAE-470B-8D8A-B7A1F3E1BF85}" dt="2026-05-27T13:02:48.320" v="1357" actId="20577"/>
          <ac:spMkLst>
            <pc:docMk/>
            <pc:sldMk cId="3298000338" sldId="257"/>
            <ac:spMk id="3" creationId="{392A8B47-6A2B-536A-FDCD-5D1E24992DC8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14:03:59.561" v="90" actId="1076"/>
        <pc:sldMkLst>
          <pc:docMk/>
          <pc:sldMk cId="603801049" sldId="258"/>
        </pc:sldMkLst>
        <pc:spChg chg="mod">
          <ac:chgData name="Alessandro Di Piazza" userId="242384fd-1746-4b70-8d90-c83f4330e5ed" providerId="ADAL" clId="{FFF1DA74-BEAE-470B-8D8A-B7A1F3E1BF85}" dt="2026-05-26T10:42:06.800" v="11" actId="20577"/>
          <ac:spMkLst>
            <pc:docMk/>
            <pc:sldMk cId="603801049" sldId="258"/>
            <ac:spMk id="2" creationId="{80F598B0-7252-0635-63D7-D90EDD03C5D7}"/>
          </ac:spMkLst>
        </pc:spChg>
        <pc:spChg chg="mod">
          <ac:chgData name="Alessandro Di Piazza" userId="242384fd-1746-4b70-8d90-c83f4330e5ed" providerId="ADAL" clId="{FFF1DA74-BEAE-470B-8D8A-B7A1F3E1BF85}" dt="2026-05-26T14:00:53.923" v="13" actId="5793"/>
          <ac:spMkLst>
            <pc:docMk/>
            <pc:sldMk cId="603801049" sldId="258"/>
            <ac:spMk id="3" creationId="{C7C8D3CC-E76D-7DD5-BC42-B07D262A80CE}"/>
          </ac:spMkLst>
        </pc:spChg>
        <pc:graphicFrameChg chg="add mod modGraphic">
          <ac:chgData name="Alessandro Di Piazza" userId="242384fd-1746-4b70-8d90-c83f4330e5ed" providerId="ADAL" clId="{FFF1DA74-BEAE-470B-8D8A-B7A1F3E1BF85}" dt="2026-05-26T14:03:59.561" v="90" actId="1076"/>
          <ac:graphicFrameMkLst>
            <pc:docMk/>
            <pc:sldMk cId="603801049" sldId="258"/>
            <ac:graphicFrameMk id="6" creationId="{E8B370E7-7286-6000-41E2-9920B0D72F45}"/>
          </ac:graphicFrameMkLst>
        </pc:graphicFrameChg>
      </pc:sldChg>
      <pc:sldChg chg="modSp new mod">
        <pc:chgData name="Alessandro Di Piazza" userId="242384fd-1746-4b70-8d90-c83f4330e5ed" providerId="ADAL" clId="{FFF1DA74-BEAE-470B-8D8A-B7A1F3E1BF85}" dt="2026-05-26T14:05:53.698" v="109" actId="20577"/>
        <pc:sldMkLst>
          <pc:docMk/>
          <pc:sldMk cId="510648633" sldId="259"/>
        </pc:sldMkLst>
        <pc:spChg chg="mod">
          <ac:chgData name="Alessandro Di Piazza" userId="242384fd-1746-4b70-8d90-c83f4330e5ed" providerId="ADAL" clId="{FFF1DA74-BEAE-470B-8D8A-B7A1F3E1BF85}" dt="2026-05-26T14:05:53.698" v="109" actId="20577"/>
          <ac:spMkLst>
            <pc:docMk/>
            <pc:sldMk cId="510648633" sldId="259"/>
            <ac:spMk id="2" creationId="{F06DBBB3-FB37-0841-3E94-7454AFB648B6}"/>
          </ac:spMkLst>
        </pc:spChg>
        <pc:spChg chg="mod">
          <ac:chgData name="Alessandro Di Piazza" userId="242384fd-1746-4b70-8d90-c83f4330e5ed" providerId="ADAL" clId="{FFF1DA74-BEAE-470B-8D8A-B7A1F3E1BF85}" dt="2026-05-26T14:05:44.341" v="103" actId="27636"/>
          <ac:spMkLst>
            <pc:docMk/>
            <pc:sldMk cId="510648633" sldId="259"/>
            <ac:spMk id="3" creationId="{58D44989-3DF4-A3DA-505C-BE459773DACD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4:06:20.096" v="123" actId="27636"/>
        <pc:sldMkLst>
          <pc:docMk/>
          <pc:sldMk cId="3470690543" sldId="260"/>
        </pc:sldMkLst>
        <pc:spChg chg="mod">
          <ac:chgData name="Alessandro Di Piazza" userId="242384fd-1746-4b70-8d90-c83f4330e5ed" providerId="ADAL" clId="{FFF1DA74-BEAE-470B-8D8A-B7A1F3E1BF85}" dt="2026-05-26T14:06:03.549" v="111"/>
          <ac:spMkLst>
            <pc:docMk/>
            <pc:sldMk cId="3470690543" sldId="260"/>
            <ac:spMk id="2" creationId="{31B58BC4-F403-D842-2B8A-A7434A2B8AB5}"/>
          </ac:spMkLst>
        </pc:spChg>
        <pc:spChg chg="mod">
          <ac:chgData name="Alessandro Di Piazza" userId="242384fd-1746-4b70-8d90-c83f4330e5ed" providerId="ADAL" clId="{FFF1DA74-BEAE-470B-8D8A-B7A1F3E1BF85}" dt="2026-05-26T14:06:20.096" v="123" actId="27636"/>
          <ac:spMkLst>
            <pc:docMk/>
            <pc:sldMk cId="3470690543" sldId="260"/>
            <ac:spMk id="3" creationId="{D5E3AF26-1640-B746-D216-96623A63D0F6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4:06:40.765" v="132" actId="20577"/>
        <pc:sldMkLst>
          <pc:docMk/>
          <pc:sldMk cId="1158499590" sldId="261"/>
        </pc:sldMkLst>
        <pc:spChg chg="mod">
          <ac:chgData name="Alessandro Di Piazza" userId="242384fd-1746-4b70-8d90-c83f4330e5ed" providerId="ADAL" clId="{FFF1DA74-BEAE-470B-8D8A-B7A1F3E1BF85}" dt="2026-05-26T14:06:29.434" v="125"/>
          <ac:spMkLst>
            <pc:docMk/>
            <pc:sldMk cId="1158499590" sldId="261"/>
            <ac:spMk id="2" creationId="{53549A45-9AD5-8E49-5152-CBA6D5D772EA}"/>
          </ac:spMkLst>
        </pc:spChg>
        <pc:spChg chg="mod">
          <ac:chgData name="Alessandro Di Piazza" userId="242384fd-1746-4b70-8d90-c83f4330e5ed" providerId="ADAL" clId="{FFF1DA74-BEAE-470B-8D8A-B7A1F3E1BF85}" dt="2026-05-26T14:06:40.765" v="132" actId="20577"/>
          <ac:spMkLst>
            <pc:docMk/>
            <pc:sldMk cId="1158499590" sldId="261"/>
            <ac:spMk id="3" creationId="{242D9F57-5EBC-6FED-919F-146D0E50BB93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14:06:58.107" v="146" actId="113"/>
        <pc:sldMkLst>
          <pc:docMk/>
          <pc:sldMk cId="2803164454" sldId="262"/>
        </pc:sldMkLst>
        <pc:spChg chg="mod">
          <ac:chgData name="Alessandro Di Piazza" userId="242384fd-1746-4b70-8d90-c83f4330e5ed" providerId="ADAL" clId="{FFF1DA74-BEAE-470B-8D8A-B7A1F3E1BF85}" dt="2026-05-26T14:06:51.514" v="143" actId="20577"/>
          <ac:spMkLst>
            <pc:docMk/>
            <pc:sldMk cId="2803164454" sldId="262"/>
            <ac:spMk id="2" creationId="{AC3C907E-EA63-DD78-CC6D-7B5B925BEEE8}"/>
          </ac:spMkLst>
        </pc:spChg>
        <pc:graphicFrameChg chg="add mod modGraphic">
          <ac:chgData name="Alessandro Di Piazza" userId="242384fd-1746-4b70-8d90-c83f4330e5ed" providerId="ADAL" clId="{FFF1DA74-BEAE-470B-8D8A-B7A1F3E1BF85}" dt="2026-05-26T14:06:58.107" v="146" actId="113"/>
          <ac:graphicFrameMkLst>
            <pc:docMk/>
            <pc:sldMk cId="2803164454" sldId="262"/>
            <ac:graphicFrameMk id="4" creationId="{9A67E7FA-3D7B-7B33-2BB4-D6E82B36DA98}"/>
          </ac:graphicFrameMkLst>
        </pc:graphicFrameChg>
      </pc:sldChg>
      <pc:sldChg chg="addSp modSp new mod">
        <pc:chgData name="Alessandro Di Piazza" userId="242384fd-1746-4b70-8d90-c83f4330e5ed" providerId="ADAL" clId="{FFF1DA74-BEAE-470B-8D8A-B7A1F3E1BF85}" dt="2026-05-26T14:09:16.020" v="181" actId="1076"/>
        <pc:sldMkLst>
          <pc:docMk/>
          <pc:sldMk cId="3083830871" sldId="263"/>
        </pc:sldMkLst>
        <pc:spChg chg="mod">
          <ac:chgData name="Alessandro Di Piazza" userId="242384fd-1746-4b70-8d90-c83f4330e5ed" providerId="ADAL" clId="{FFF1DA74-BEAE-470B-8D8A-B7A1F3E1BF85}" dt="2026-05-26T14:08:21.813" v="163" actId="20577"/>
          <ac:spMkLst>
            <pc:docMk/>
            <pc:sldMk cId="3083830871" sldId="263"/>
            <ac:spMk id="2" creationId="{EA1ABF35-136E-6DFB-990F-CA60529A0A7C}"/>
          </ac:spMkLst>
        </pc:spChg>
        <pc:spChg chg="mod">
          <ac:chgData name="Alessandro Di Piazza" userId="242384fd-1746-4b70-8d90-c83f4330e5ed" providerId="ADAL" clId="{FFF1DA74-BEAE-470B-8D8A-B7A1F3E1BF85}" dt="2026-05-26T14:09:13.908" v="179" actId="27636"/>
          <ac:spMkLst>
            <pc:docMk/>
            <pc:sldMk cId="3083830871" sldId="263"/>
            <ac:spMk id="3" creationId="{0AC05440-0F7A-764F-21CD-FFD90D9CEF6C}"/>
          </ac:spMkLst>
        </pc:spChg>
        <pc:picChg chg="add mod">
          <ac:chgData name="Alessandro Di Piazza" userId="242384fd-1746-4b70-8d90-c83f4330e5ed" providerId="ADAL" clId="{FFF1DA74-BEAE-470B-8D8A-B7A1F3E1BF85}" dt="2026-05-26T14:09:16.020" v="181" actId="1076"/>
          <ac:picMkLst>
            <pc:docMk/>
            <pc:sldMk cId="3083830871" sldId="263"/>
            <ac:picMk id="5" creationId="{9AE4866E-95D0-213C-1EAC-4479F1731CB6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6T14:10:45.423" v="209" actId="1076"/>
        <pc:sldMkLst>
          <pc:docMk/>
          <pc:sldMk cId="3185145009" sldId="264"/>
        </pc:sldMkLst>
        <pc:spChg chg="mod">
          <ac:chgData name="Alessandro Di Piazza" userId="242384fd-1746-4b70-8d90-c83f4330e5ed" providerId="ADAL" clId="{FFF1DA74-BEAE-470B-8D8A-B7A1F3E1BF85}" dt="2026-05-26T14:09:52.932" v="192" actId="20577"/>
          <ac:spMkLst>
            <pc:docMk/>
            <pc:sldMk cId="3185145009" sldId="264"/>
            <ac:spMk id="2" creationId="{D8610A42-FCDE-FC4D-8D34-75E9A1133B70}"/>
          </ac:spMkLst>
        </pc:spChg>
        <pc:spChg chg="add mod">
          <ac:chgData name="Alessandro Di Piazza" userId="242384fd-1746-4b70-8d90-c83f4330e5ed" providerId="ADAL" clId="{FFF1DA74-BEAE-470B-8D8A-B7A1F3E1BF85}" dt="2026-05-26T14:10:43.318" v="207" actId="27636"/>
          <ac:spMkLst>
            <pc:docMk/>
            <pc:sldMk cId="3185145009" sldId="264"/>
            <ac:spMk id="7" creationId="{84B24F45-200C-9A0D-6443-34D611C11E7D}"/>
          </ac:spMkLst>
        </pc:spChg>
        <pc:picChg chg="add mod">
          <ac:chgData name="Alessandro Di Piazza" userId="242384fd-1746-4b70-8d90-c83f4330e5ed" providerId="ADAL" clId="{FFF1DA74-BEAE-470B-8D8A-B7A1F3E1BF85}" dt="2026-05-26T14:10:45.423" v="209" actId="1076"/>
          <ac:picMkLst>
            <pc:docMk/>
            <pc:sldMk cId="3185145009" sldId="264"/>
            <ac:picMk id="9" creationId="{CFB47A5A-A891-10CD-E58B-811D122EBE92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6T14:12:32.838" v="252" actId="27636"/>
        <pc:sldMkLst>
          <pc:docMk/>
          <pc:sldMk cId="3935343261" sldId="265"/>
        </pc:sldMkLst>
        <pc:spChg chg="mod">
          <ac:chgData name="Alessandro Di Piazza" userId="242384fd-1746-4b70-8d90-c83f4330e5ed" providerId="ADAL" clId="{FFF1DA74-BEAE-470B-8D8A-B7A1F3E1BF85}" dt="2026-05-26T14:11:42.463" v="224" actId="20577"/>
          <ac:spMkLst>
            <pc:docMk/>
            <pc:sldMk cId="3935343261" sldId="265"/>
            <ac:spMk id="2" creationId="{F6E330A0-9CBC-D002-7DAF-51B7FAA42CD5}"/>
          </ac:spMkLst>
        </pc:spChg>
        <pc:spChg chg="mod">
          <ac:chgData name="Alessandro Di Piazza" userId="242384fd-1746-4b70-8d90-c83f4330e5ed" providerId="ADAL" clId="{FFF1DA74-BEAE-470B-8D8A-B7A1F3E1BF85}" dt="2026-05-26T14:12:32.838" v="252" actId="27636"/>
          <ac:spMkLst>
            <pc:docMk/>
            <pc:sldMk cId="3935343261" sldId="265"/>
            <ac:spMk id="3" creationId="{460E172D-95F7-687A-90E0-2626A077B5D7}"/>
          </ac:spMkLst>
        </pc:spChg>
        <pc:picChg chg="add mod">
          <ac:chgData name="Alessandro Di Piazza" userId="242384fd-1746-4b70-8d90-c83f4330e5ed" providerId="ADAL" clId="{FFF1DA74-BEAE-470B-8D8A-B7A1F3E1BF85}" dt="2026-05-26T14:12:27.127" v="248" actId="1076"/>
          <ac:picMkLst>
            <pc:docMk/>
            <pc:sldMk cId="3935343261" sldId="265"/>
            <ac:picMk id="5" creationId="{CC935ADB-0004-D6BE-26F6-2F70333174CE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14:14:13.331" v="265" actId="27636"/>
        <pc:sldMkLst>
          <pc:docMk/>
          <pc:sldMk cId="4077432434" sldId="266"/>
        </pc:sldMkLst>
        <pc:spChg chg="mod">
          <ac:chgData name="Alessandro Di Piazza" userId="242384fd-1746-4b70-8d90-c83f4330e5ed" providerId="ADAL" clId="{FFF1DA74-BEAE-470B-8D8A-B7A1F3E1BF85}" dt="2026-05-26T14:13:45.149" v="256" actId="113"/>
          <ac:spMkLst>
            <pc:docMk/>
            <pc:sldMk cId="4077432434" sldId="266"/>
            <ac:spMk id="2" creationId="{42DD1AD9-03BA-276F-A1C1-5B38B67BC0F1}"/>
          </ac:spMkLst>
        </pc:spChg>
        <pc:spChg chg="mod">
          <ac:chgData name="Alessandro Di Piazza" userId="242384fd-1746-4b70-8d90-c83f4330e5ed" providerId="ADAL" clId="{FFF1DA74-BEAE-470B-8D8A-B7A1F3E1BF85}" dt="2026-05-26T14:14:13.331" v="265" actId="27636"/>
          <ac:spMkLst>
            <pc:docMk/>
            <pc:sldMk cId="4077432434" sldId="266"/>
            <ac:spMk id="3" creationId="{AC9F11B9-AB8D-ACA8-D897-9BCEC7D8430F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4:17:38.383" v="272" actId="20577"/>
        <pc:sldMkLst>
          <pc:docMk/>
          <pc:sldMk cId="783767694" sldId="267"/>
        </pc:sldMkLst>
        <pc:spChg chg="mod">
          <ac:chgData name="Alessandro Di Piazza" userId="242384fd-1746-4b70-8d90-c83f4330e5ed" providerId="ADAL" clId="{FFF1DA74-BEAE-470B-8D8A-B7A1F3E1BF85}" dt="2026-05-26T14:16:56.731" v="267"/>
          <ac:spMkLst>
            <pc:docMk/>
            <pc:sldMk cId="783767694" sldId="267"/>
            <ac:spMk id="2" creationId="{5E8C8ADA-A6A5-31D2-96BF-2F9F72A261A4}"/>
          </ac:spMkLst>
        </pc:spChg>
        <pc:spChg chg="mod">
          <ac:chgData name="Alessandro Di Piazza" userId="242384fd-1746-4b70-8d90-c83f4330e5ed" providerId="ADAL" clId="{FFF1DA74-BEAE-470B-8D8A-B7A1F3E1BF85}" dt="2026-05-26T14:17:38.383" v="272" actId="20577"/>
          <ac:spMkLst>
            <pc:docMk/>
            <pc:sldMk cId="783767694" sldId="267"/>
            <ac:spMk id="3" creationId="{2343C969-6D2E-EB02-4D68-9F211536AB7F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4:19:02.748" v="309" actId="14"/>
        <pc:sldMkLst>
          <pc:docMk/>
          <pc:sldMk cId="1337434555" sldId="268"/>
        </pc:sldMkLst>
        <pc:spChg chg="mod">
          <ac:chgData name="Alessandro Di Piazza" userId="242384fd-1746-4b70-8d90-c83f4330e5ed" providerId="ADAL" clId="{FFF1DA74-BEAE-470B-8D8A-B7A1F3E1BF85}" dt="2026-05-26T14:17:59.815" v="276"/>
          <ac:spMkLst>
            <pc:docMk/>
            <pc:sldMk cId="1337434555" sldId="268"/>
            <ac:spMk id="2" creationId="{4B52C155-99C7-9112-A26E-9D0592AD5B91}"/>
          </ac:spMkLst>
        </pc:spChg>
        <pc:spChg chg="mod">
          <ac:chgData name="Alessandro Di Piazza" userId="242384fd-1746-4b70-8d90-c83f4330e5ed" providerId="ADAL" clId="{FFF1DA74-BEAE-470B-8D8A-B7A1F3E1BF85}" dt="2026-05-26T14:19:02.748" v="309" actId="14"/>
          <ac:spMkLst>
            <pc:docMk/>
            <pc:sldMk cId="1337434555" sldId="268"/>
            <ac:spMk id="3" creationId="{2D04F923-10E0-6A0A-2DD7-BE772EBD933E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14:20:06.715" v="335" actId="1076"/>
        <pc:sldMkLst>
          <pc:docMk/>
          <pc:sldMk cId="1743464979" sldId="269"/>
        </pc:sldMkLst>
        <pc:spChg chg="mod">
          <ac:chgData name="Alessandro Di Piazza" userId="242384fd-1746-4b70-8d90-c83f4330e5ed" providerId="ADAL" clId="{FFF1DA74-BEAE-470B-8D8A-B7A1F3E1BF85}" dt="2026-05-26T14:19:47.877" v="332" actId="20577"/>
          <ac:spMkLst>
            <pc:docMk/>
            <pc:sldMk cId="1743464979" sldId="269"/>
            <ac:spMk id="2" creationId="{B5C7F404-6591-DDF4-68AD-5AA57151FD94}"/>
          </ac:spMkLst>
        </pc:spChg>
        <pc:picChg chg="add mod ord">
          <ac:chgData name="Alessandro Di Piazza" userId="242384fd-1746-4b70-8d90-c83f4330e5ed" providerId="ADAL" clId="{FFF1DA74-BEAE-470B-8D8A-B7A1F3E1BF85}" dt="2026-05-26T14:20:02.206" v="333" actId="1076"/>
          <ac:picMkLst>
            <pc:docMk/>
            <pc:sldMk cId="1743464979" sldId="269"/>
            <ac:picMk id="5" creationId="{E3C30799-7A50-12BF-8F98-D42030DF7CE4}"/>
          </ac:picMkLst>
        </pc:picChg>
        <pc:picChg chg="add mod">
          <ac:chgData name="Alessandro Di Piazza" userId="242384fd-1746-4b70-8d90-c83f4330e5ed" providerId="ADAL" clId="{FFF1DA74-BEAE-470B-8D8A-B7A1F3E1BF85}" dt="2026-05-26T14:20:06.715" v="335" actId="1076"/>
          <ac:picMkLst>
            <pc:docMk/>
            <pc:sldMk cId="1743464979" sldId="269"/>
            <ac:picMk id="7" creationId="{24F3CFA2-534E-4171-D2F5-5CE95A806967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14:21:07.102" v="349" actId="5793"/>
        <pc:sldMkLst>
          <pc:docMk/>
          <pc:sldMk cId="990436928" sldId="270"/>
        </pc:sldMkLst>
        <pc:spChg chg="mod">
          <ac:chgData name="Alessandro Di Piazza" userId="242384fd-1746-4b70-8d90-c83f4330e5ed" providerId="ADAL" clId="{FFF1DA74-BEAE-470B-8D8A-B7A1F3E1BF85}" dt="2026-05-26T14:20:29.217" v="337"/>
          <ac:spMkLst>
            <pc:docMk/>
            <pc:sldMk cId="990436928" sldId="270"/>
            <ac:spMk id="2" creationId="{1EA333EA-5C97-529D-BB59-5E8C565B8456}"/>
          </ac:spMkLst>
        </pc:spChg>
        <pc:spChg chg="mod">
          <ac:chgData name="Alessandro Di Piazza" userId="242384fd-1746-4b70-8d90-c83f4330e5ed" providerId="ADAL" clId="{FFF1DA74-BEAE-470B-8D8A-B7A1F3E1BF85}" dt="2026-05-26T14:21:07.102" v="349" actId="5793"/>
          <ac:spMkLst>
            <pc:docMk/>
            <pc:sldMk cId="990436928" sldId="270"/>
            <ac:spMk id="3" creationId="{3AAA371E-9D57-0507-ADF8-43BF7EB48683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14:21:45.652" v="354" actId="1076"/>
        <pc:sldMkLst>
          <pc:docMk/>
          <pc:sldMk cId="4072792203" sldId="271"/>
        </pc:sldMkLst>
        <pc:spChg chg="mod">
          <ac:chgData name="Alessandro Di Piazza" userId="242384fd-1746-4b70-8d90-c83f4330e5ed" providerId="ADAL" clId="{FFF1DA74-BEAE-470B-8D8A-B7A1F3E1BF85}" dt="2026-05-26T14:21:43.687" v="353"/>
          <ac:spMkLst>
            <pc:docMk/>
            <pc:sldMk cId="4072792203" sldId="271"/>
            <ac:spMk id="2" creationId="{14133510-2BDA-DBA3-579B-98519D001F71}"/>
          </ac:spMkLst>
        </pc:spChg>
        <pc:picChg chg="add mod">
          <ac:chgData name="Alessandro Di Piazza" userId="242384fd-1746-4b70-8d90-c83f4330e5ed" providerId="ADAL" clId="{FFF1DA74-BEAE-470B-8D8A-B7A1F3E1BF85}" dt="2026-05-26T14:21:45.652" v="354" actId="1076"/>
          <ac:picMkLst>
            <pc:docMk/>
            <pc:sldMk cId="4072792203" sldId="271"/>
            <ac:picMk id="5" creationId="{1CBEC36B-FE29-7297-114A-5803362A2422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19:32:19.494" v="416" actId="27636"/>
        <pc:sldMkLst>
          <pc:docMk/>
          <pc:sldMk cId="2799763984" sldId="272"/>
        </pc:sldMkLst>
        <pc:spChg chg="mod">
          <ac:chgData name="Alessandro Di Piazza" userId="242384fd-1746-4b70-8d90-c83f4330e5ed" providerId="ADAL" clId="{FFF1DA74-BEAE-470B-8D8A-B7A1F3E1BF85}" dt="2026-05-26T14:22:08.357" v="356"/>
          <ac:spMkLst>
            <pc:docMk/>
            <pc:sldMk cId="2799763984" sldId="272"/>
            <ac:spMk id="2" creationId="{9976A947-9B2B-67F2-E84D-2A74C52750BF}"/>
          </ac:spMkLst>
        </pc:spChg>
        <pc:spChg chg="mod">
          <ac:chgData name="Alessandro Di Piazza" userId="242384fd-1746-4b70-8d90-c83f4330e5ed" providerId="ADAL" clId="{FFF1DA74-BEAE-470B-8D8A-B7A1F3E1BF85}" dt="2026-05-26T19:32:19.494" v="416" actId="27636"/>
          <ac:spMkLst>
            <pc:docMk/>
            <pc:sldMk cId="2799763984" sldId="272"/>
            <ac:spMk id="3" creationId="{CC792D34-F3E8-0E9C-E773-8A86AE220034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6T19:32:36.175" v="429" actId="20577"/>
        <pc:sldMkLst>
          <pc:docMk/>
          <pc:sldMk cId="1021235945" sldId="273"/>
        </pc:sldMkLst>
        <pc:spChg chg="mod">
          <ac:chgData name="Alessandro Di Piazza" userId="242384fd-1746-4b70-8d90-c83f4330e5ed" providerId="ADAL" clId="{FFF1DA74-BEAE-470B-8D8A-B7A1F3E1BF85}" dt="2026-05-26T14:23:46.251" v="398" actId="20577"/>
          <ac:spMkLst>
            <pc:docMk/>
            <pc:sldMk cId="1021235945" sldId="273"/>
            <ac:spMk id="2" creationId="{2F4AD279-7774-72F8-2C9B-8BE0646AB150}"/>
          </ac:spMkLst>
        </pc:spChg>
        <pc:spChg chg="mod">
          <ac:chgData name="Alessandro Di Piazza" userId="242384fd-1746-4b70-8d90-c83f4330e5ed" providerId="ADAL" clId="{FFF1DA74-BEAE-470B-8D8A-B7A1F3E1BF85}" dt="2026-05-26T19:32:36.175" v="429" actId="20577"/>
          <ac:spMkLst>
            <pc:docMk/>
            <pc:sldMk cId="1021235945" sldId="273"/>
            <ac:spMk id="3" creationId="{D1688EB3-E67F-19CC-7797-4EB3D7372255}"/>
          </ac:spMkLst>
        </pc:spChg>
        <pc:picChg chg="add mod">
          <ac:chgData name="Alessandro Di Piazza" userId="242384fd-1746-4b70-8d90-c83f4330e5ed" providerId="ADAL" clId="{FFF1DA74-BEAE-470B-8D8A-B7A1F3E1BF85}" dt="2026-05-26T14:24:33.368" v="410" actId="1076"/>
          <ac:picMkLst>
            <pc:docMk/>
            <pc:sldMk cId="1021235945" sldId="273"/>
            <ac:picMk id="5" creationId="{A8325022-7B0C-898E-5BDC-52CE2D8CAC90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6T19:34:31.405" v="448" actId="1076"/>
        <pc:sldMkLst>
          <pc:docMk/>
          <pc:sldMk cId="92045553" sldId="274"/>
        </pc:sldMkLst>
        <pc:spChg chg="mod">
          <ac:chgData name="Alessandro Di Piazza" userId="242384fd-1746-4b70-8d90-c83f4330e5ed" providerId="ADAL" clId="{FFF1DA74-BEAE-470B-8D8A-B7A1F3E1BF85}" dt="2026-05-26T14:24:55.295" v="414"/>
          <ac:spMkLst>
            <pc:docMk/>
            <pc:sldMk cId="92045553" sldId="274"/>
            <ac:spMk id="2" creationId="{3465A349-9CCF-C760-55DA-27B059F71A22}"/>
          </ac:spMkLst>
        </pc:spChg>
        <pc:spChg chg="mod">
          <ac:chgData name="Alessandro Di Piazza" userId="242384fd-1746-4b70-8d90-c83f4330e5ed" providerId="ADAL" clId="{FFF1DA74-BEAE-470B-8D8A-B7A1F3E1BF85}" dt="2026-05-26T19:34:25.991" v="446" actId="14100"/>
          <ac:spMkLst>
            <pc:docMk/>
            <pc:sldMk cId="92045553" sldId="274"/>
            <ac:spMk id="3" creationId="{D35BCF2E-0370-7B65-9AFA-02349AE747B0}"/>
          </ac:spMkLst>
        </pc:spChg>
        <pc:picChg chg="add mod">
          <ac:chgData name="Alessandro Di Piazza" userId="242384fd-1746-4b70-8d90-c83f4330e5ed" providerId="ADAL" clId="{FFF1DA74-BEAE-470B-8D8A-B7A1F3E1BF85}" dt="2026-05-26T19:34:31.405" v="448" actId="1076"/>
          <ac:picMkLst>
            <pc:docMk/>
            <pc:sldMk cId="92045553" sldId="274"/>
            <ac:picMk id="5" creationId="{FEE2ECC8-C534-8359-77B7-08D6C8F43882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19:35:50.414" v="472" actId="27636"/>
        <pc:sldMkLst>
          <pc:docMk/>
          <pc:sldMk cId="1111324574" sldId="275"/>
        </pc:sldMkLst>
        <pc:spChg chg="mod">
          <ac:chgData name="Alessandro Di Piazza" userId="242384fd-1746-4b70-8d90-c83f4330e5ed" providerId="ADAL" clId="{FFF1DA74-BEAE-470B-8D8A-B7A1F3E1BF85}" dt="2026-05-26T19:34:47.542" v="450"/>
          <ac:spMkLst>
            <pc:docMk/>
            <pc:sldMk cId="1111324574" sldId="275"/>
            <ac:spMk id="2" creationId="{47C67FC5-8D1F-ABF7-C8D8-88CFDAB33100}"/>
          </ac:spMkLst>
        </pc:spChg>
        <pc:spChg chg="mod">
          <ac:chgData name="Alessandro Di Piazza" userId="242384fd-1746-4b70-8d90-c83f4330e5ed" providerId="ADAL" clId="{FFF1DA74-BEAE-470B-8D8A-B7A1F3E1BF85}" dt="2026-05-26T19:35:50.414" v="472" actId="27636"/>
          <ac:spMkLst>
            <pc:docMk/>
            <pc:sldMk cId="1111324574" sldId="275"/>
            <ac:spMk id="3" creationId="{C9255C5A-9A29-83BC-AECB-F15BB0A44473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6T19:37:05.923" v="495" actId="1076"/>
        <pc:sldMkLst>
          <pc:docMk/>
          <pc:sldMk cId="2858016648" sldId="276"/>
        </pc:sldMkLst>
        <pc:spChg chg="mod">
          <ac:chgData name="Alessandro Di Piazza" userId="242384fd-1746-4b70-8d90-c83f4330e5ed" providerId="ADAL" clId="{FFF1DA74-BEAE-470B-8D8A-B7A1F3E1BF85}" dt="2026-05-26T19:36:09.563" v="474"/>
          <ac:spMkLst>
            <pc:docMk/>
            <pc:sldMk cId="2858016648" sldId="276"/>
            <ac:spMk id="2" creationId="{59273542-EA1D-CC7B-C63F-4C51541E9DAF}"/>
          </ac:spMkLst>
        </pc:spChg>
        <pc:spChg chg="mod">
          <ac:chgData name="Alessandro Di Piazza" userId="242384fd-1746-4b70-8d90-c83f4330e5ed" providerId="ADAL" clId="{FFF1DA74-BEAE-470B-8D8A-B7A1F3E1BF85}" dt="2026-05-26T19:37:02.900" v="493" actId="14100"/>
          <ac:spMkLst>
            <pc:docMk/>
            <pc:sldMk cId="2858016648" sldId="276"/>
            <ac:spMk id="3" creationId="{CC825A8D-BBF5-D400-F8B3-27D87C604364}"/>
          </ac:spMkLst>
        </pc:spChg>
        <pc:picChg chg="add mod">
          <ac:chgData name="Alessandro Di Piazza" userId="242384fd-1746-4b70-8d90-c83f4330e5ed" providerId="ADAL" clId="{FFF1DA74-BEAE-470B-8D8A-B7A1F3E1BF85}" dt="2026-05-26T19:36:29.638" v="479" actId="1076"/>
          <ac:picMkLst>
            <pc:docMk/>
            <pc:sldMk cId="2858016648" sldId="276"/>
            <ac:picMk id="5" creationId="{13D4B6AA-DE90-B614-852E-9A3F473328B1}"/>
          </ac:picMkLst>
        </pc:picChg>
        <pc:picChg chg="add mod">
          <ac:chgData name="Alessandro Di Piazza" userId="242384fd-1746-4b70-8d90-c83f4330e5ed" providerId="ADAL" clId="{FFF1DA74-BEAE-470B-8D8A-B7A1F3E1BF85}" dt="2026-05-26T19:37:05.923" v="495" actId="1076"/>
          <ac:picMkLst>
            <pc:docMk/>
            <pc:sldMk cId="2858016648" sldId="276"/>
            <ac:picMk id="7" creationId="{FA892A3E-2807-81C9-E82E-45B0EDDF1EBA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6T19:40:04.216" v="508" actId="14100"/>
        <pc:sldMkLst>
          <pc:docMk/>
          <pc:sldMk cId="1212246455" sldId="277"/>
        </pc:sldMkLst>
        <pc:spChg chg="mod">
          <ac:chgData name="Alessandro Di Piazza" userId="242384fd-1746-4b70-8d90-c83f4330e5ed" providerId="ADAL" clId="{FFF1DA74-BEAE-470B-8D8A-B7A1F3E1BF85}" dt="2026-05-26T19:39:33.270" v="498"/>
          <ac:spMkLst>
            <pc:docMk/>
            <pc:sldMk cId="1212246455" sldId="277"/>
            <ac:spMk id="2" creationId="{8D4643D6-070F-7B4D-9252-E2E1ADDD1F29}"/>
          </ac:spMkLst>
        </pc:spChg>
        <pc:spChg chg="mod">
          <ac:chgData name="Alessandro Di Piazza" userId="242384fd-1746-4b70-8d90-c83f4330e5ed" providerId="ADAL" clId="{FFF1DA74-BEAE-470B-8D8A-B7A1F3E1BF85}" dt="2026-05-26T19:39:45.411" v="502" actId="27636"/>
          <ac:spMkLst>
            <pc:docMk/>
            <pc:sldMk cId="1212246455" sldId="277"/>
            <ac:spMk id="3" creationId="{AE60F8B1-535E-9B29-D166-A18280BB38CF}"/>
          </ac:spMkLst>
        </pc:spChg>
        <pc:spChg chg="add mod">
          <ac:chgData name="Alessandro Di Piazza" userId="242384fd-1746-4b70-8d90-c83f4330e5ed" providerId="ADAL" clId="{FFF1DA74-BEAE-470B-8D8A-B7A1F3E1BF85}" dt="2026-05-26T19:40:04.216" v="508" actId="14100"/>
          <ac:spMkLst>
            <pc:docMk/>
            <pc:sldMk cId="1212246455" sldId="277"/>
            <ac:spMk id="7" creationId="{D52A655A-BD0A-4947-77EF-F43262B29B61}"/>
          </ac:spMkLst>
        </pc:spChg>
        <pc:picChg chg="add mod">
          <ac:chgData name="Alessandro Di Piazza" userId="242384fd-1746-4b70-8d90-c83f4330e5ed" providerId="ADAL" clId="{FFF1DA74-BEAE-470B-8D8A-B7A1F3E1BF85}" dt="2026-05-26T19:39:51.813" v="505" actId="1076"/>
          <ac:picMkLst>
            <pc:docMk/>
            <pc:sldMk cId="1212246455" sldId="277"/>
            <ac:picMk id="5" creationId="{31C5FC4F-1450-8419-C038-A8FF6D432D76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19:42:33.288" v="562" actId="27636"/>
        <pc:sldMkLst>
          <pc:docMk/>
          <pc:sldMk cId="3434828299" sldId="278"/>
        </pc:sldMkLst>
        <pc:spChg chg="mod">
          <ac:chgData name="Alessandro Di Piazza" userId="242384fd-1746-4b70-8d90-c83f4330e5ed" providerId="ADAL" clId="{FFF1DA74-BEAE-470B-8D8A-B7A1F3E1BF85}" dt="2026-05-26T19:40:11.440" v="510"/>
          <ac:spMkLst>
            <pc:docMk/>
            <pc:sldMk cId="3434828299" sldId="278"/>
            <ac:spMk id="2" creationId="{C4028C05-8DA8-1558-C9A4-EA04B2BD9C13}"/>
          </ac:spMkLst>
        </pc:spChg>
        <pc:spChg chg="mod">
          <ac:chgData name="Alessandro Di Piazza" userId="242384fd-1746-4b70-8d90-c83f4330e5ed" providerId="ADAL" clId="{FFF1DA74-BEAE-470B-8D8A-B7A1F3E1BF85}" dt="2026-05-26T19:42:33.288" v="562" actId="27636"/>
          <ac:spMkLst>
            <pc:docMk/>
            <pc:sldMk cId="3434828299" sldId="278"/>
            <ac:spMk id="3" creationId="{0D39752B-A695-D607-7D12-E44C39D767BC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6T19:44:07.196" v="576" actId="20577"/>
        <pc:sldMkLst>
          <pc:docMk/>
          <pc:sldMk cId="3059613203" sldId="279"/>
        </pc:sldMkLst>
        <pc:spChg chg="mod">
          <ac:chgData name="Alessandro Di Piazza" userId="242384fd-1746-4b70-8d90-c83f4330e5ed" providerId="ADAL" clId="{FFF1DA74-BEAE-470B-8D8A-B7A1F3E1BF85}" dt="2026-05-26T19:41:44.791" v="542"/>
          <ac:spMkLst>
            <pc:docMk/>
            <pc:sldMk cId="3059613203" sldId="279"/>
            <ac:spMk id="2" creationId="{69AC19E1-F87D-DEF9-84CA-3237376A76AE}"/>
          </ac:spMkLst>
        </pc:spChg>
        <pc:spChg chg="mod">
          <ac:chgData name="Alessandro Di Piazza" userId="242384fd-1746-4b70-8d90-c83f4330e5ed" providerId="ADAL" clId="{FFF1DA74-BEAE-470B-8D8A-B7A1F3E1BF85}" dt="2026-05-26T19:44:07.196" v="576" actId="20577"/>
          <ac:spMkLst>
            <pc:docMk/>
            <pc:sldMk cId="3059613203" sldId="279"/>
            <ac:spMk id="3" creationId="{8E4C810F-1791-AE01-3428-808B1EE255A9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9:45:51.616" v="592" actId="20577"/>
        <pc:sldMkLst>
          <pc:docMk/>
          <pc:sldMk cId="2062724380" sldId="280"/>
        </pc:sldMkLst>
        <pc:spChg chg="mod">
          <ac:chgData name="Alessandro Di Piazza" userId="242384fd-1746-4b70-8d90-c83f4330e5ed" providerId="ADAL" clId="{FFF1DA74-BEAE-470B-8D8A-B7A1F3E1BF85}" dt="2026-05-26T19:44:42.782" v="582" actId="20577"/>
          <ac:spMkLst>
            <pc:docMk/>
            <pc:sldMk cId="2062724380" sldId="280"/>
            <ac:spMk id="2" creationId="{471E23DB-9A0A-C454-3543-B9646CFEF3D0}"/>
          </ac:spMkLst>
        </pc:spChg>
        <pc:spChg chg="mod">
          <ac:chgData name="Alessandro Di Piazza" userId="242384fd-1746-4b70-8d90-c83f4330e5ed" providerId="ADAL" clId="{FFF1DA74-BEAE-470B-8D8A-B7A1F3E1BF85}" dt="2026-05-26T19:45:51.616" v="592" actId="20577"/>
          <ac:spMkLst>
            <pc:docMk/>
            <pc:sldMk cId="2062724380" sldId="280"/>
            <ac:spMk id="3" creationId="{91395FDB-9A0C-7DDD-37FE-D26F4FC5DE81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9:48:18.879" v="640" actId="5793"/>
        <pc:sldMkLst>
          <pc:docMk/>
          <pc:sldMk cId="971854461" sldId="281"/>
        </pc:sldMkLst>
        <pc:spChg chg="mod">
          <ac:chgData name="Alessandro Di Piazza" userId="242384fd-1746-4b70-8d90-c83f4330e5ed" providerId="ADAL" clId="{FFF1DA74-BEAE-470B-8D8A-B7A1F3E1BF85}" dt="2026-05-26T19:45:57.609" v="604" actId="20577"/>
          <ac:spMkLst>
            <pc:docMk/>
            <pc:sldMk cId="971854461" sldId="281"/>
            <ac:spMk id="2" creationId="{80F89CCA-850F-F652-35F1-C3F7F2352824}"/>
          </ac:spMkLst>
        </pc:spChg>
        <pc:spChg chg="mod">
          <ac:chgData name="Alessandro Di Piazza" userId="242384fd-1746-4b70-8d90-c83f4330e5ed" providerId="ADAL" clId="{FFF1DA74-BEAE-470B-8D8A-B7A1F3E1BF85}" dt="2026-05-26T19:48:18.879" v="640" actId="5793"/>
          <ac:spMkLst>
            <pc:docMk/>
            <pc:sldMk cId="971854461" sldId="281"/>
            <ac:spMk id="3" creationId="{1F90215C-63B0-541A-0E7D-EFB46FF0CBF4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9:49:19.691" v="667" actId="27636"/>
        <pc:sldMkLst>
          <pc:docMk/>
          <pc:sldMk cId="3821432876" sldId="282"/>
        </pc:sldMkLst>
        <pc:spChg chg="mod">
          <ac:chgData name="Alessandro Di Piazza" userId="242384fd-1746-4b70-8d90-c83f4330e5ed" providerId="ADAL" clId="{FFF1DA74-BEAE-470B-8D8A-B7A1F3E1BF85}" dt="2026-05-26T19:46:57.300" v="625" actId="20577"/>
          <ac:spMkLst>
            <pc:docMk/>
            <pc:sldMk cId="3821432876" sldId="282"/>
            <ac:spMk id="2" creationId="{CACEB564-DCEB-4875-CCFC-FA4A1DB6F64F}"/>
          </ac:spMkLst>
        </pc:spChg>
        <pc:spChg chg="mod">
          <ac:chgData name="Alessandro Di Piazza" userId="242384fd-1746-4b70-8d90-c83f4330e5ed" providerId="ADAL" clId="{FFF1DA74-BEAE-470B-8D8A-B7A1F3E1BF85}" dt="2026-05-26T19:49:19.691" v="667" actId="27636"/>
          <ac:spMkLst>
            <pc:docMk/>
            <pc:sldMk cId="3821432876" sldId="282"/>
            <ac:spMk id="3" creationId="{01EFA34F-52F1-C8F1-A005-C9B7BEE2084E}"/>
          </ac:spMkLst>
        </pc:spChg>
      </pc:sldChg>
      <pc:sldChg chg="addSp modSp new mod ord">
        <pc:chgData name="Alessandro Di Piazza" userId="242384fd-1746-4b70-8d90-c83f4330e5ed" providerId="ADAL" clId="{FFF1DA74-BEAE-470B-8D8A-B7A1F3E1BF85}" dt="2026-05-26T19:52:09.779" v="712"/>
        <pc:sldMkLst>
          <pc:docMk/>
          <pc:sldMk cId="1753861206" sldId="283"/>
        </pc:sldMkLst>
        <pc:spChg chg="mod">
          <ac:chgData name="Alessandro Di Piazza" userId="242384fd-1746-4b70-8d90-c83f4330e5ed" providerId="ADAL" clId="{FFF1DA74-BEAE-470B-8D8A-B7A1F3E1BF85}" dt="2026-05-26T19:50:19.872" v="669"/>
          <ac:spMkLst>
            <pc:docMk/>
            <pc:sldMk cId="1753861206" sldId="283"/>
            <ac:spMk id="2" creationId="{12D0503F-557A-B166-5AB5-74B304E304C2}"/>
          </ac:spMkLst>
        </pc:spChg>
        <pc:spChg chg="mod">
          <ac:chgData name="Alessandro Di Piazza" userId="242384fd-1746-4b70-8d90-c83f4330e5ed" providerId="ADAL" clId="{FFF1DA74-BEAE-470B-8D8A-B7A1F3E1BF85}" dt="2026-05-26T19:51:29.430" v="704"/>
          <ac:spMkLst>
            <pc:docMk/>
            <pc:sldMk cId="1753861206" sldId="283"/>
            <ac:spMk id="3" creationId="{3898888C-3D05-C834-8B20-FA5018E49645}"/>
          </ac:spMkLst>
        </pc:spChg>
        <pc:picChg chg="add mod">
          <ac:chgData name="Alessandro Di Piazza" userId="242384fd-1746-4b70-8d90-c83f4330e5ed" providerId="ADAL" clId="{FFF1DA74-BEAE-470B-8D8A-B7A1F3E1BF85}" dt="2026-05-26T19:52:00.217" v="706" actId="1076"/>
          <ac:picMkLst>
            <pc:docMk/>
            <pc:sldMk cId="1753861206" sldId="283"/>
            <ac:picMk id="5" creationId="{6EFE96D9-2D53-9739-8C52-361F45F77481}"/>
          </ac:picMkLst>
        </pc:picChg>
      </pc:sldChg>
      <pc:sldChg chg="modSp new mod ord">
        <pc:chgData name="Alessandro Di Piazza" userId="242384fd-1746-4b70-8d90-c83f4330e5ed" providerId="ADAL" clId="{FFF1DA74-BEAE-470B-8D8A-B7A1F3E1BF85}" dt="2026-05-26T19:54:09.403" v="752" actId="20577"/>
        <pc:sldMkLst>
          <pc:docMk/>
          <pc:sldMk cId="3605911836" sldId="284"/>
        </pc:sldMkLst>
        <pc:spChg chg="mod">
          <ac:chgData name="Alessandro Di Piazza" userId="242384fd-1746-4b70-8d90-c83f4330e5ed" providerId="ADAL" clId="{FFF1DA74-BEAE-470B-8D8A-B7A1F3E1BF85}" dt="2026-05-26T19:53:11.597" v="738" actId="20577"/>
          <ac:spMkLst>
            <pc:docMk/>
            <pc:sldMk cId="3605911836" sldId="284"/>
            <ac:spMk id="2" creationId="{ABCADA02-1AC0-15D3-C142-DA13DA348180}"/>
          </ac:spMkLst>
        </pc:spChg>
        <pc:spChg chg="mod">
          <ac:chgData name="Alessandro Di Piazza" userId="242384fd-1746-4b70-8d90-c83f4330e5ed" providerId="ADAL" clId="{FFF1DA74-BEAE-470B-8D8A-B7A1F3E1BF85}" dt="2026-05-26T19:54:09.403" v="752" actId="20577"/>
          <ac:spMkLst>
            <pc:docMk/>
            <pc:sldMk cId="3605911836" sldId="284"/>
            <ac:spMk id="3" creationId="{4033655E-9C83-9D4E-47BC-48BF36B76C99}"/>
          </ac:spMkLst>
        </pc:spChg>
      </pc:sldChg>
      <pc:sldChg chg="addSp delSp modSp new mod ord">
        <pc:chgData name="Alessandro Di Piazza" userId="242384fd-1746-4b70-8d90-c83f4330e5ed" providerId="ADAL" clId="{FFF1DA74-BEAE-470B-8D8A-B7A1F3E1BF85}" dt="2026-05-26T19:56:18.388" v="760" actId="1076"/>
        <pc:sldMkLst>
          <pc:docMk/>
          <pc:sldMk cId="4055616886" sldId="285"/>
        </pc:sldMkLst>
        <pc:spChg chg="mod">
          <ac:chgData name="Alessandro Di Piazza" userId="242384fd-1746-4b70-8d90-c83f4330e5ed" providerId="ADAL" clId="{FFF1DA74-BEAE-470B-8D8A-B7A1F3E1BF85}" dt="2026-05-26T19:55:47.960" v="757"/>
          <ac:spMkLst>
            <pc:docMk/>
            <pc:sldMk cId="4055616886" sldId="285"/>
            <ac:spMk id="2" creationId="{F6007D31-C9B2-461B-616F-9A547979AE52}"/>
          </ac:spMkLst>
        </pc:spChg>
        <pc:spChg chg="add mod">
          <ac:chgData name="Alessandro Di Piazza" userId="242384fd-1746-4b70-8d90-c83f4330e5ed" providerId="ADAL" clId="{FFF1DA74-BEAE-470B-8D8A-B7A1F3E1BF85}" dt="2026-05-26T19:56:18.388" v="760" actId="1076"/>
          <ac:spMkLst>
            <pc:docMk/>
            <pc:sldMk cId="4055616886" sldId="285"/>
            <ac:spMk id="7" creationId="{72F01932-4534-035C-3ADB-B3B9A4B2E9DB}"/>
          </ac:spMkLst>
        </pc:spChg>
        <pc:picChg chg="add mod ord">
          <ac:chgData name="Alessandro Di Piazza" userId="242384fd-1746-4b70-8d90-c83f4330e5ed" providerId="ADAL" clId="{FFF1DA74-BEAE-470B-8D8A-B7A1F3E1BF85}" dt="2026-05-26T19:55:50.142" v="758" actId="1076"/>
          <ac:picMkLst>
            <pc:docMk/>
            <pc:sldMk cId="4055616886" sldId="285"/>
            <ac:picMk id="5" creationId="{872BA98A-71CF-AAFB-BBD2-48509534C974}"/>
          </ac:picMkLst>
        </pc:picChg>
      </pc:sldChg>
      <pc:sldChg chg="addSp modSp new mod ord">
        <pc:chgData name="Alessandro Di Piazza" userId="242384fd-1746-4b70-8d90-c83f4330e5ed" providerId="ADAL" clId="{FFF1DA74-BEAE-470B-8D8A-B7A1F3E1BF85}" dt="2026-05-26T20:11:42.557" v="1143"/>
        <pc:sldMkLst>
          <pc:docMk/>
          <pc:sldMk cId="1262592544" sldId="286"/>
        </pc:sldMkLst>
        <pc:spChg chg="mod">
          <ac:chgData name="Alessandro Di Piazza" userId="242384fd-1746-4b70-8d90-c83f4330e5ed" providerId="ADAL" clId="{FFF1DA74-BEAE-470B-8D8A-B7A1F3E1BF85}" dt="2026-05-26T19:56:52.531" v="767" actId="20577"/>
          <ac:spMkLst>
            <pc:docMk/>
            <pc:sldMk cId="1262592544" sldId="286"/>
            <ac:spMk id="2" creationId="{C87CD2AE-899A-4DE5-EFE7-F8CD227ABE47}"/>
          </ac:spMkLst>
        </pc:spChg>
        <pc:spChg chg="mod">
          <ac:chgData name="Alessandro Di Piazza" userId="242384fd-1746-4b70-8d90-c83f4330e5ed" providerId="ADAL" clId="{FFF1DA74-BEAE-470B-8D8A-B7A1F3E1BF85}" dt="2026-05-26T19:57:39.520" v="786" actId="27636"/>
          <ac:spMkLst>
            <pc:docMk/>
            <pc:sldMk cId="1262592544" sldId="286"/>
            <ac:spMk id="3" creationId="{D431074D-A7F0-9F53-4133-F3D9E95E8576}"/>
          </ac:spMkLst>
        </pc:spChg>
        <pc:picChg chg="add mod">
          <ac:chgData name="Alessandro Di Piazza" userId="242384fd-1746-4b70-8d90-c83f4330e5ed" providerId="ADAL" clId="{FFF1DA74-BEAE-470B-8D8A-B7A1F3E1BF85}" dt="2026-05-26T19:59:11.913" v="788" actId="1076"/>
          <ac:picMkLst>
            <pc:docMk/>
            <pc:sldMk cId="1262592544" sldId="286"/>
            <ac:picMk id="5" creationId="{6D97B4C7-CBB8-ECDD-6548-71D39BCAE5BD}"/>
          </ac:picMkLst>
        </pc:picChg>
      </pc:sldChg>
      <pc:sldChg chg="modSp new mod">
        <pc:chgData name="Alessandro Di Piazza" userId="242384fd-1746-4b70-8d90-c83f4330e5ed" providerId="ADAL" clId="{FFF1DA74-BEAE-470B-8D8A-B7A1F3E1BF85}" dt="2026-05-26T20:02:16.023" v="858" actId="20577"/>
        <pc:sldMkLst>
          <pc:docMk/>
          <pc:sldMk cId="780412371" sldId="287"/>
        </pc:sldMkLst>
        <pc:spChg chg="mod">
          <ac:chgData name="Alessandro Di Piazza" userId="242384fd-1746-4b70-8d90-c83f4330e5ed" providerId="ADAL" clId="{FFF1DA74-BEAE-470B-8D8A-B7A1F3E1BF85}" dt="2026-05-26T19:59:45.397" v="822" actId="20577"/>
          <ac:spMkLst>
            <pc:docMk/>
            <pc:sldMk cId="780412371" sldId="287"/>
            <ac:spMk id="2" creationId="{139ED517-F685-A675-91B4-53B0509E1E88}"/>
          </ac:spMkLst>
        </pc:spChg>
        <pc:spChg chg="mod">
          <ac:chgData name="Alessandro Di Piazza" userId="242384fd-1746-4b70-8d90-c83f4330e5ed" providerId="ADAL" clId="{FFF1DA74-BEAE-470B-8D8A-B7A1F3E1BF85}" dt="2026-05-26T20:02:16.023" v="858" actId="20577"/>
          <ac:spMkLst>
            <pc:docMk/>
            <pc:sldMk cId="780412371" sldId="287"/>
            <ac:spMk id="3" creationId="{80E8C262-162C-8734-E766-2C1E7AA4F6A8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20:01:53.605" v="857" actId="5793"/>
        <pc:sldMkLst>
          <pc:docMk/>
          <pc:sldMk cId="3041017729" sldId="288"/>
        </pc:sldMkLst>
        <pc:spChg chg="mod">
          <ac:chgData name="Alessandro Di Piazza" userId="242384fd-1746-4b70-8d90-c83f4330e5ed" providerId="ADAL" clId="{FFF1DA74-BEAE-470B-8D8A-B7A1F3E1BF85}" dt="2026-05-26T20:01:19.269" v="839"/>
          <ac:spMkLst>
            <pc:docMk/>
            <pc:sldMk cId="3041017729" sldId="288"/>
            <ac:spMk id="2" creationId="{2C0E5175-6AC3-2E54-81A3-D0E6C30BBF7A}"/>
          </ac:spMkLst>
        </pc:spChg>
        <pc:spChg chg="mod">
          <ac:chgData name="Alessandro Di Piazza" userId="242384fd-1746-4b70-8d90-c83f4330e5ed" providerId="ADAL" clId="{FFF1DA74-BEAE-470B-8D8A-B7A1F3E1BF85}" dt="2026-05-26T20:01:53.605" v="857" actId="5793"/>
          <ac:spMkLst>
            <pc:docMk/>
            <pc:sldMk cId="3041017729" sldId="288"/>
            <ac:spMk id="3" creationId="{3C4B2F39-BAD8-0777-44CA-F38E802803DC}"/>
          </ac:spMkLst>
        </pc:spChg>
      </pc:sldChg>
      <pc:sldChg chg="modSp new mod">
        <pc:chgData name="Alessandro Di Piazza" userId="242384fd-1746-4b70-8d90-c83f4330e5ed" providerId="ADAL" clId="{FFF1DA74-BEAE-470B-8D8A-B7A1F3E1BF85}" dt="2026-05-26T20:03:46.323" v="891" actId="20577"/>
        <pc:sldMkLst>
          <pc:docMk/>
          <pc:sldMk cId="4216472971" sldId="289"/>
        </pc:sldMkLst>
        <pc:spChg chg="mod">
          <ac:chgData name="Alessandro Di Piazza" userId="242384fd-1746-4b70-8d90-c83f4330e5ed" providerId="ADAL" clId="{FFF1DA74-BEAE-470B-8D8A-B7A1F3E1BF85}" dt="2026-05-26T20:03:46.323" v="891" actId="20577"/>
          <ac:spMkLst>
            <pc:docMk/>
            <pc:sldMk cId="4216472971" sldId="289"/>
            <ac:spMk id="2" creationId="{04AB3C77-4C62-395A-776C-128280901D18}"/>
          </ac:spMkLst>
        </pc:spChg>
        <pc:spChg chg="mod">
          <ac:chgData name="Alessandro Di Piazza" userId="242384fd-1746-4b70-8d90-c83f4330e5ed" providerId="ADAL" clId="{FFF1DA74-BEAE-470B-8D8A-B7A1F3E1BF85}" dt="2026-05-26T20:03:29.755" v="887" actId="12"/>
          <ac:spMkLst>
            <pc:docMk/>
            <pc:sldMk cId="4216472971" sldId="289"/>
            <ac:spMk id="3" creationId="{A3BD56B0-2065-5E99-1A83-95EC5435774C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6T20:06:48.784" v="1041" actId="404"/>
        <pc:sldMkLst>
          <pc:docMk/>
          <pc:sldMk cId="200662695" sldId="290"/>
        </pc:sldMkLst>
        <pc:spChg chg="mod">
          <ac:chgData name="Alessandro Di Piazza" userId="242384fd-1746-4b70-8d90-c83f4330e5ed" providerId="ADAL" clId="{FFF1DA74-BEAE-470B-8D8A-B7A1F3E1BF85}" dt="2026-05-26T20:04:14.165" v="907" actId="20577"/>
          <ac:spMkLst>
            <pc:docMk/>
            <pc:sldMk cId="200662695" sldId="290"/>
            <ac:spMk id="2" creationId="{61440F88-11BD-B047-5C5B-91C46C358BA9}"/>
          </ac:spMkLst>
        </pc:spChg>
        <pc:spChg chg="mod">
          <ac:chgData name="Alessandro Di Piazza" userId="242384fd-1746-4b70-8d90-c83f4330e5ed" providerId="ADAL" clId="{FFF1DA74-BEAE-470B-8D8A-B7A1F3E1BF85}" dt="2026-05-26T20:06:48.784" v="1041" actId="404"/>
          <ac:spMkLst>
            <pc:docMk/>
            <pc:sldMk cId="200662695" sldId="290"/>
            <ac:spMk id="3" creationId="{309CA3A1-58CB-24D3-2C3A-307FDD10591D}"/>
          </ac:spMkLst>
        </pc:spChg>
        <pc:picChg chg="add mod">
          <ac:chgData name="Alessandro Di Piazza" userId="242384fd-1746-4b70-8d90-c83f4330e5ed" providerId="ADAL" clId="{FFF1DA74-BEAE-470B-8D8A-B7A1F3E1BF85}" dt="2026-05-26T20:06:41.944" v="1039" actId="1076"/>
          <ac:picMkLst>
            <pc:docMk/>
            <pc:sldMk cId="200662695" sldId="290"/>
            <ac:picMk id="5" creationId="{B5664245-DD2B-C8C2-9253-E23B5E7FA276}"/>
          </ac:picMkLst>
        </pc:picChg>
        <pc:picChg chg="add mod">
          <ac:chgData name="Alessandro Di Piazza" userId="242384fd-1746-4b70-8d90-c83f4330e5ed" providerId="ADAL" clId="{FFF1DA74-BEAE-470B-8D8A-B7A1F3E1BF85}" dt="2026-05-26T20:06:43.251" v="1040" actId="1076"/>
          <ac:picMkLst>
            <pc:docMk/>
            <pc:sldMk cId="200662695" sldId="290"/>
            <ac:picMk id="7" creationId="{BEC235B8-2882-223E-CF46-833005BBBE8F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6T20:10:49.803" v="1129" actId="27636"/>
        <pc:sldMkLst>
          <pc:docMk/>
          <pc:sldMk cId="3987577383" sldId="291"/>
        </pc:sldMkLst>
        <pc:spChg chg="mod">
          <ac:chgData name="Alessandro Di Piazza" userId="242384fd-1746-4b70-8d90-c83f4330e5ed" providerId="ADAL" clId="{FFF1DA74-BEAE-470B-8D8A-B7A1F3E1BF85}" dt="2026-05-26T20:07:03.527" v="1070" actId="20577"/>
          <ac:spMkLst>
            <pc:docMk/>
            <pc:sldMk cId="3987577383" sldId="291"/>
            <ac:spMk id="2" creationId="{D550CF73-C78B-CA1B-0741-47BF76EF0C24}"/>
          </ac:spMkLst>
        </pc:spChg>
        <pc:spChg chg="mod">
          <ac:chgData name="Alessandro Di Piazza" userId="242384fd-1746-4b70-8d90-c83f4330e5ed" providerId="ADAL" clId="{FFF1DA74-BEAE-470B-8D8A-B7A1F3E1BF85}" dt="2026-05-26T20:10:49.803" v="1129" actId="27636"/>
          <ac:spMkLst>
            <pc:docMk/>
            <pc:sldMk cId="3987577383" sldId="291"/>
            <ac:spMk id="3" creationId="{68A16CB3-37BD-729C-AA72-DC3433017267}"/>
          </ac:spMkLst>
        </pc:spChg>
        <pc:spChg chg="add mod">
          <ac:chgData name="Alessandro Di Piazza" userId="242384fd-1746-4b70-8d90-c83f4330e5ed" providerId="ADAL" clId="{FFF1DA74-BEAE-470B-8D8A-B7A1F3E1BF85}" dt="2026-05-26T20:10:47.007" v="1127" actId="1076"/>
          <ac:spMkLst>
            <pc:docMk/>
            <pc:sldMk cId="3987577383" sldId="291"/>
            <ac:spMk id="8" creationId="{73E908F0-687C-1EEC-4EFE-62A9051333FA}"/>
          </ac:spMkLst>
        </pc:spChg>
        <pc:spChg chg="add mod">
          <ac:chgData name="Alessandro Di Piazza" userId="242384fd-1746-4b70-8d90-c83f4330e5ed" providerId="ADAL" clId="{FFF1DA74-BEAE-470B-8D8A-B7A1F3E1BF85}" dt="2026-05-26T20:10:44.851" v="1126" actId="1076"/>
          <ac:spMkLst>
            <pc:docMk/>
            <pc:sldMk cId="3987577383" sldId="291"/>
            <ac:spMk id="10" creationId="{F750D76E-60F7-14B5-52F9-BBEF2ECF1C40}"/>
          </ac:spMkLst>
        </pc:spChg>
      </pc:sldChg>
      <pc:sldChg chg="modSp new mod">
        <pc:chgData name="Alessandro Di Piazza" userId="242384fd-1746-4b70-8d90-c83f4330e5ed" providerId="ADAL" clId="{FFF1DA74-BEAE-470B-8D8A-B7A1F3E1BF85}" dt="2026-05-26T20:13:27.479" v="1195" actId="27636"/>
        <pc:sldMkLst>
          <pc:docMk/>
          <pc:sldMk cId="917231987" sldId="292"/>
        </pc:sldMkLst>
        <pc:spChg chg="mod">
          <ac:chgData name="Alessandro Di Piazza" userId="242384fd-1746-4b70-8d90-c83f4330e5ed" providerId="ADAL" clId="{FFF1DA74-BEAE-470B-8D8A-B7A1F3E1BF85}" dt="2026-05-26T20:11:09.039" v="1141" actId="20577"/>
          <ac:spMkLst>
            <pc:docMk/>
            <pc:sldMk cId="917231987" sldId="292"/>
            <ac:spMk id="2" creationId="{F03FF51C-2377-EB6D-87D0-9692D87A150B}"/>
          </ac:spMkLst>
        </pc:spChg>
        <pc:spChg chg="mod">
          <ac:chgData name="Alessandro Di Piazza" userId="242384fd-1746-4b70-8d90-c83f4330e5ed" providerId="ADAL" clId="{FFF1DA74-BEAE-470B-8D8A-B7A1F3E1BF85}" dt="2026-05-26T20:13:27.479" v="1195" actId="27636"/>
          <ac:spMkLst>
            <pc:docMk/>
            <pc:sldMk cId="917231987" sldId="292"/>
            <ac:spMk id="3" creationId="{E817FFAC-D0B2-BA6F-78D7-937057A6536D}"/>
          </ac:spMkLst>
        </pc:spChg>
      </pc:sldChg>
      <pc:sldChg chg="modSp new mod">
        <pc:chgData name="Alessandro Di Piazza" userId="242384fd-1746-4b70-8d90-c83f4330e5ed" providerId="ADAL" clId="{FFF1DA74-BEAE-470B-8D8A-B7A1F3E1BF85}" dt="2026-05-26T20:13:29.694" v="1197" actId="27636"/>
        <pc:sldMkLst>
          <pc:docMk/>
          <pc:sldMk cId="3126151954" sldId="293"/>
        </pc:sldMkLst>
        <pc:spChg chg="mod">
          <ac:chgData name="Alessandro Di Piazza" userId="242384fd-1746-4b70-8d90-c83f4330e5ed" providerId="ADAL" clId="{FFF1DA74-BEAE-470B-8D8A-B7A1F3E1BF85}" dt="2026-05-26T20:13:22.793" v="1193" actId="20577"/>
          <ac:spMkLst>
            <pc:docMk/>
            <pc:sldMk cId="3126151954" sldId="293"/>
            <ac:spMk id="2" creationId="{7A8F0D65-3D9C-A0AB-EBF3-E276AF2080F0}"/>
          </ac:spMkLst>
        </pc:spChg>
        <pc:spChg chg="mod">
          <ac:chgData name="Alessandro Di Piazza" userId="242384fd-1746-4b70-8d90-c83f4330e5ed" providerId="ADAL" clId="{FFF1DA74-BEAE-470B-8D8A-B7A1F3E1BF85}" dt="2026-05-26T20:13:29.694" v="1197" actId="27636"/>
          <ac:spMkLst>
            <pc:docMk/>
            <pc:sldMk cId="3126151954" sldId="293"/>
            <ac:spMk id="3" creationId="{67536512-1A02-695F-ECDE-E09D711F00D6}"/>
          </ac:spMkLst>
        </pc:spChg>
      </pc:sldChg>
      <pc:sldChg chg="modSp new mod">
        <pc:chgData name="Alessandro Di Piazza" userId="242384fd-1746-4b70-8d90-c83f4330e5ed" providerId="ADAL" clId="{FFF1DA74-BEAE-470B-8D8A-B7A1F3E1BF85}" dt="2026-05-26T20:14:43.941" v="1205" actId="5793"/>
        <pc:sldMkLst>
          <pc:docMk/>
          <pc:sldMk cId="1393319334" sldId="294"/>
        </pc:sldMkLst>
        <pc:spChg chg="mod">
          <ac:chgData name="Alessandro Di Piazza" userId="242384fd-1746-4b70-8d90-c83f4330e5ed" providerId="ADAL" clId="{FFF1DA74-BEAE-470B-8D8A-B7A1F3E1BF85}" dt="2026-05-26T20:14:07.676" v="1199"/>
          <ac:spMkLst>
            <pc:docMk/>
            <pc:sldMk cId="1393319334" sldId="294"/>
            <ac:spMk id="2" creationId="{E1233015-29FB-501F-2E61-1DCE6D7B6EE8}"/>
          </ac:spMkLst>
        </pc:spChg>
        <pc:spChg chg="mod">
          <ac:chgData name="Alessandro Di Piazza" userId="242384fd-1746-4b70-8d90-c83f4330e5ed" providerId="ADAL" clId="{FFF1DA74-BEAE-470B-8D8A-B7A1F3E1BF85}" dt="2026-05-26T20:14:43.941" v="1205" actId="5793"/>
          <ac:spMkLst>
            <pc:docMk/>
            <pc:sldMk cId="1393319334" sldId="294"/>
            <ac:spMk id="3" creationId="{CF1564A0-2A6F-0C49-E25C-617C1547EC1C}"/>
          </ac:spMkLst>
        </pc:spChg>
      </pc:sldChg>
      <pc:sldChg chg="modSp new mod">
        <pc:chgData name="Alessandro Di Piazza" userId="242384fd-1746-4b70-8d90-c83f4330e5ed" providerId="ADAL" clId="{FFF1DA74-BEAE-470B-8D8A-B7A1F3E1BF85}" dt="2026-05-26T20:16:26.953" v="1267" actId="5793"/>
        <pc:sldMkLst>
          <pc:docMk/>
          <pc:sldMk cId="527993467" sldId="295"/>
        </pc:sldMkLst>
        <pc:spChg chg="mod">
          <ac:chgData name="Alessandro Di Piazza" userId="242384fd-1746-4b70-8d90-c83f4330e5ed" providerId="ADAL" clId="{FFF1DA74-BEAE-470B-8D8A-B7A1F3E1BF85}" dt="2026-05-26T20:15:30.508" v="1223" actId="20577"/>
          <ac:spMkLst>
            <pc:docMk/>
            <pc:sldMk cId="527993467" sldId="295"/>
            <ac:spMk id="2" creationId="{C3C340EE-6B83-AD3D-3931-ECBB56C3AE7A}"/>
          </ac:spMkLst>
        </pc:spChg>
        <pc:spChg chg="mod">
          <ac:chgData name="Alessandro Di Piazza" userId="242384fd-1746-4b70-8d90-c83f4330e5ed" providerId="ADAL" clId="{FFF1DA74-BEAE-470B-8D8A-B7A1F3E1BF85}" dt="2026-05-26T20:16:26.953" v="1267" actId="5793"/>
          <ac:spMkLst>
            <pc:docMk/>
            <pc:sldMk cId="527993467" sldId="295"/>
            <ac:spMk id="3" creationId="{EFAAAAEB-1CEC-2C72-3520-0FE2F5CDBC7A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20:18:10.801" v="1310" actId="1076"/>
        <pc:sldMkLst>
          <pc:docMk/>
          <pc:sldMk cId="3883227857" sldId="296"/>
        </pc:sldMkLst>
        <pc:spChg chg="mod">
          <ac:chgData name="Alessandro Di Piazza" userId="242384fd-1746-4b70-8d90-c83f4330e5ed" providerId="ADAL" clId="{FFF1DA74-BEAE-470B-8D8A-B7A1F3E1BF85}" dt="2026-05-26T20:18:08.487" v="1309" actId="20577"/>
          <ac:spMkLst>
            <pc:docMk/>
            <pc:sldMk cId="3883227857" sldId="296"/>
            <ac:spMk id="2" creationId="{76A83DB0-901B-3EB9-F009-65E4EF4EF4DB}"/>
          </ac:spMkLst>
        </pc:spChg>
        <pc:picChg chg="add mod">
          <ac:chgData name="Alessandro Di Piazza" userId="242384fd-1746-4b70-8d90-c83f4330e5ed" providerId="ADAL" clId="{FFF1DA74-BEAE-470B-8D8A-B7A1F3E1BF85}" dt="2026-05-26T20:18:10.801" v="1310" actId="1076"/>
          <ac:picMkLst>
            <pc:docMk/>
            <pc:sldMk cId="3883227857" sldId="296"/>
            <ac:picMk id="7" creationId="{7228558B-21A8-FD4A-BDEE-9A4E0C09A1A5}"/>
          </ac:picMkLst>
        </pc:picChg>
        <pc:picChg chg="add mod">
          <ac:chgData name="Alessandro Di Piazza" userId="242384fd-1746-4b70-8d90-c83f4330e5ed" providerId="ADAL" clId="{FFF1DA74-BEAE-470B-8D8A-B7A1F3E1BF85}" dt="2026-05-26T20:18:03.849" v="1289" actId="1076"/>
          <ac:picMkLst>
            <pc:docMk/>
            <pc:sldMk cId="3883227857" sldId="296"/>
            <ac:picMk id="9" creationId="{DD7FD041-14A1-1528-F66A-A3F9F0FD5DC1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6T20:18:47.767" v="1333" actId="20577"/>
        <pc:sldMkLst>
          <pc:docMk/>
          <pc:sldMk cId="1483995482" sldId="297"/>
        </pc:sldMkLst>
        <pc:spChg chg="mod">
          <ac:chgData name="Alessandro Di Piazza" userId="242384fd-1746-4b70-8d90-c83f4330e5ed" providerId="ADAL" clId="{FFF1DA74-BEAE-470B-8D8A-B7A1F3E1BF85}" dt="2026-05-26T20:18:47.767" v="1333" actId="20577"/>
          <ac:spMkLst>
            <pc:docMk/>
            <pc:sldMk cId="1483995482" sldId="297"/>
            <ac:spMk id="2" creationId="{17992D18-9419-73D3-92F9-6F118FA23CEF}"/>
          </ac:spMkLst>
        </pc:spChg>
        <pc:picChg chg="add mod ord">
          <ac:chgData name="Alessandro Di Piazza" userId="242384fd-1746-4b70-8d90-c83f4330e5ed" providerId="ADAL" clId="{FFF1DA74-BEAE-470B-8D8A-B7A1F3E1BF85}" dt="2026-05-26T20:18:43.652" v="1312" actId="22"/>
          <ac:picMkLst>
            <pc:docMk/>
            <pc:sldMk cId="1483995482" sldId="297"/>
            <ac:picMk id="5" creationId="{0420389D-BE94-5F9C-16A4-B7E8884E5BCF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6T20:30:08.229" v="1353" actId="6549"/>
        <pc:sldMkLst>
          <pc:docMk/>
          <pc:sldMk cId="4000501046" sldId="298"/>
        </pc:sldMkLst>
        <pc:spChg chg="mod">
          <ac:chgData name="Alessandro Di Piazza" userId="242384fd-1746-4b70-8d90-c83f4330e5ed" providerId="ADAL" clId="{FFF1DA74-BEAE-470B-8D8A-B7A1F3E1BF85}" dt="2026-05-26T20:28:36.923" v="1335"/>
          <ac:spMkLst>
            <pc:docMk/>
            <pc:sldMk cId="4000501046" sldId="298"/>
            <ac:spMk id="2" creationId="{A74BE66E-F5D4-0FBB-428C-DAC5A3A589F3}"/>
          </ac:spMkLst>
        </pc:spChg>
        <pc:spChg chg="add mod">
          <ac:chgData name="Alessandro Di Piazza" userId="242384fd-1746-4b70-8d90-c83f4330e5ed" providerId="ADAL" clId="{FFF1DA74-BEAE-470B-8D8A-B7A1F3E1BF85}" dt="2026-05-26T20:30:08.229" v="1353" actId="6549"/>
          <ac:spMkLst>
            <pc:docMk/>
            <pc:sldMk cId="4000501046" sldId="298"/>
            <ac:spMk id="5" creationId="{0D8A33B8-4F43-A144-2CBD-0E68E33BED93}"/>
          </ac:spMkLst>
        </pc:spChg>
        <pc:picChg chg="add mod">
          <ac:chgData name="Alessandro Di Piazza" userId="242384fd-1746-4b70-8d90-c83f4330e5ed" providerId="ADAL" clId="{FFF1DA74-BEAE-470B-8D8A-B7A1F3E1BF85}" dt="2026-05-26T20:28:57.646" v="1337" actId="1076"/>
          <ac:picMkLst>
            <pc:docMk/>
            <pc:sldMk cId="4000501046" sldId="298"/>
            <ac:picMk id="5122" creationId="{BCF5A754-360F-E569-555E-04F1FD08BD0C}"/>
          </ac:picMkLst>
        </pc:picChg>
      </pc:sldChg>
      <pc:sldChg chg="modSp new mod ord">
        <pc:chgData name="Alessandro Di Piazza" userId="242384fd-1746-4b70-8d90-c83f4330e5ed" providerId="ADAL" clId="{FFF1DA74-BEAE-470B-8D8A-B7A1F3E1BF85}" dt="2026-06-05T08:30:46.914" v="1408" actId="20577"/>
        <pc:sldMkLst>
          <pc:docMk/>
          <pc:sldMk cId="3510661408" sldId="299"/>
        </pc:sldMkLst>
        <pc:spChg chg="mod">
          <ac:chgData name="Alessandro Di Piazza" userId="242384fd-1746-4b70-8d90-c83f4330e5ed" providerId="ADAL" clId="{FFF1DA74-BEAE-470B-8D8A-B7A1F3E1BF85}" dt="2026-06-05T08:30:40.094" v="1371" actId="20577"/>
          <ac:spMkLst>
            <pc:docMk/>
            <pc:sldMk cId="3510661408" sldId="299"/>
            <ac:spMk id="2" creationId="{EA96CD4B-7BD5-6A0E-3402-1C9C472E4D32}"/>
          </ac:spMkLst>
        </pc:spChg>
        <pc:spChg chg="mod">
          <ac:chgData name="Alessandro Di Piazza" userId="242384fd-1746-4b70-8d90-c83f4330e5ed" providerId="ADAL" clId="{FFF1DA74-BEAE-470B-8D8A-B7A1F3E1BF85}" dt="2026-06-05T08:30:46.914" v="1408" actId="20577"/>
          <ac:spMkLst>
            <pc:docMk/>
            <pc:sldMk cId="3510661408" sldId="299"/>
            <ac:spMk id="3" creationId="{A664F70B-711A-2C41-DF4D-363464FEFCF8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6-05T12:58:16.764" v="1549" actId="1076"/>
        <pc:sldMkLst>
          <pc:docMk/>
          <pc:sldMk cId="1432981980" sldId="300"/>
        </pc:sldMkLst>
        <pc:spChg chg="mod">
          <ac:chgData name="Alessandro Di Piazza" userId="242384fd-1746-4b70-8d90-c83f4330e5ed" providerId="ADAL" clId="{FFF1DA74-BEAE-470B-8D8A-B7A1F3E1BF85}" dt="2026-06-05T12:55:09.934" v="1416" actId="20577"/>
          <ac:spMkLst>
            <pc:docMk/>
            <pc:sldMk cId="1432981980" sldId="300"/>
            <ac:spMk id="2" creationId="{B1E39EDA-7820-365B-0E77-435F983A2CF4}"/>
          </ac:spMkLst>
        </pc:spChg>
        <pc:spChg chg="mod">
          <ac:chgData name="Alessandro Di Piazza" userId="242384fd-1746-4b70-8d90-c83f4330e5ed" providerId="ADAL" clId="{FFF1DA74-BEAE-470B-8D8A-B7A1F3E1BF85}" dt="2026-06-05T12:58:16.764" v="1549" actId="1076"/>
          <ac:spMkLst>
            <pc:docMk/>
            <pc:sldMk cId="1432981980" sldId="300"/>
            <ac:spMk id="3" creationId="{21BB1DF1-53C2-EBDB-F29B-F26166408043}"/>
          </ac:spMkLst>
        </pc:spChg>
        <pc:spChg chg="add mod">
          <ac:chgData name="Alessandro Di Piazza" userId="242384fd-1746-4b70-8d90-c83f4330e5ed" providerId="ADAL" clId="{FFF1DA74-BEAE-470B-8D8A-B7A1F3E1BF85}" dt="2026-06-05T12:58:07.320" v="1546" actId="1076"/>
          <ac:spMkLst>
            <pc:docMk/>
            <pc:sldMk cId="1432981980" sldId="300"/>
            <ac:spMk id="5" creationId="{D253AB77-E78D-D68C-DDBB-8938447E2244}"/>
          </ac:spMkLst>
        </pc:spChg>
      </pc:sldChg>
      <pc:sldChg chg="modSp new del mod">
        <pc:chgData name="Alessandro Di Piazza" userId="242384fd-1746-4b70-8d90-c83f4330e5ed" providerId="ADAL" clId="{FFF1DA74-BEAE-470B-8D8A-B7A1F3E1BF85}" dt="2026-06-05T16:01:12.721" v="1628" actId="2696"/>
        <pc:sldMkLst>
          <pc:docMk/>
          <pc:sldMk cId="659453596" sldId="301"/>
        </pc:sldMkLst>
        <pc:spChg chg="mod">
          <ac:chgData name="Alessandro Di Piazza" userId="242384fd-1746-4b70-8d90-c83f4330e5ed" providerId="ADAL" clId="{FFF1DA74-BEAE-470B-8D8A-B7A1F3E1BF85}" dt="2026-06-05T13:27:29.462" v="1561" actId="20577"/>
          <ac:spMkLst>
            <pc:docMk/>
            <pc:sldMk cId="659453596" sldId="301"/>
            <ac:spMk id="2" creationId="{6DB4AFCC-DA9F-AF0F-B329-400AF3C6058F}"/>
          </ac:spMkLst>
        </pc:spChg>
        <pc:spChg chg="mod">
          <ac:chgData name="Alessandro Di Piazza" userId="242384fd-1746-4b70-8d90-c83f4330e5ed" providerId="ADAL" clId="{FFF1DA74-BEAE-470B-8D8A-B7A1F3E1BF85}" dt="2026-06-05T14:59:35.015" v="1585" actId="20577"/>
          <ac:spMkLst>
            <pc:docMk/>
            <pc:sldMk cId="659453596" sldId="301"/>
            <ac:spMk id="3" creationId="{7D054F3C-632B-8E18-AAAA-10B53FB0F084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6-05T15:23:33.570" v="1627" actId="20577"/>
        <pc:sldMkLst>
          <pc:docMk/>
          <pc:sldMk cId="525261099" sldId="302"/>
        </pc:sldMkLst>
        <pc:spChg chg="mod">
          <ac:chgData name="Alessandro Di Piazza" userId="242384fd-1746-4b70-8d90-c83f4330e5ed" providerId="ADAL" clId="{FFF1DA74-BEAE-470B-8D8A-B7A1F3E1BF85}" dt="2026-06-05T15:22:16.645" v="1596" actId="20577"/>
          <ac:spMkLst>
            <pc:docMk/>
            <pc:sldMk cId="525261099" sldId="302"/>
            <ac:spMk id="2" creationId="{513F2487-C0E6-6A04-C54E-AFB4AE7D2C49}"/>
          </ac:spMkLst>
        </pc:spChg>
        <pc:spChg chg="mod">
          <ac:chgData name="Alessandro Di Piazza" userId="242384fd-1746-4b70-8d90-c83f4330e5ed" providerId="ADAL" clId="{FFF1DA74-BEAE-470B-8D8A-B7A1F3E1BF85}" dt="2026-06-05T15:23:33.570" v="1627" actId="20577"/>
          <ac:spMkLst>
            <pc:docMk/>
            <pc:sldMk cId="525261099" sldId="302"/>
            <ac:spMk id="3" creationId="{A1C20FA2-AF16-C6EF-B1BC-8C98894158FE}"/>
          </ac:spMkLst>
        </pc:spChg>
        <pc:spChg chg="add">
          <ac:chgData name="Alessandro Di Piazza" userId="242384fd-1746-4b70-8d90-c83f4330e5ed" providerId="ADAL" clId="{FFF1DA74-BEAE-470B-8D8A-B7A1F3E1BF85}" dt="2026-06-05T15:23:09.008" v="1602"/>
          <ac:spMkLst>
            <pc:docMk/>
            <pc:sldMk cId="525261099" sldId="302"/>
            <ac:spMk id="4" creationId="{5F17E074-FE90-1243-88EF-E4B80A421EF2}"/>
          </ac:spMkLst>
        </pc:spChg>
        <pc:spChg chg="add">
          <ac:chgData name="Alessandro Di Piazza" userId="242384fd-1746-4b70-8d90-c83f4330e5ed" providerId="ADAL" clId="{FFF1DA74-BEAE-470B-8D8A-B7A1F3E1BF85}" dt="2026-06-05T15:23:11.182" v="1604"/>
          <ac:spMkLst>
            <pc:docMk/>
            <pc:sldMk cId="525261099" sldId="302"/>
            <ac:spMk id="5" creationId="{D682373A-FAD3-285E-6AA6-E432D8A1CE2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F545EF-2456-42B5-A97D-BF7A07855924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359D70-C53B-4FC8-8C18-4DBD1B1A224B}">
      <dgm:prSet phldrT="[Text]" phldr="0"/>
      <dgm:spPr/>
      <dgm:t>
        <a:bodyPr/>
        <a:lstStyle/>
        <a:p>
          <a:r>
            <a:rPr lang="en-US" dirty="0"/>
            <a:t>AI</a:t>
          </a:r>
        </a:p>
      </dgm:t>
    </dgm:pt>
    <dgm:pt modelId="{B9692010-30CE-44A2-A113-DCB14640EDBD}" type="parTrans" cxnId="{0437EB28-D342-46AB-BC05-03AC2BE99695}">
      <dgm:prSet/>
      <dgm:spPr/>
      <dgm:t>
        <a:bodyPr/>
        <a:lstStyle/>
        <a:p>
          <a:endParaRPr lang="en-US"/>
        </a:p>
      </dgm:t>
    </dgm:pt>
    <dgm:pt modelId="{C967D128-2752-405B-8A64-21CE0BC58679}" type="sibTrans" cxnId="{0437EB28-D342-46AB-BC05-03AC2BE99695}">
      <dgm:prSet/>
      <dgm:spPr/>
      <dgm:t>
        <a:bodyPr/>
        <a:lstStyle/>
        <a:p>
          <a:endParaRPr lang="en-US"/>
        </a:p>
      </dgm:t>
    </dgm:pt>
    <dgm:pt modelId="{66191039-F7B8-4086-AC4F-F1D61BB01890}">
      <dgm:prSet phldrT="[Text]" phldr="0"/>
      <dgm:spPr/>
      <dgm:t>
        <a:bodyPr/>
        <a:lstStyle/>
        <a:p>
          <a:r>
            <a:rPr lang="en-US" dirty="0"/>
            <a:t>Machine Learning</a:t>
          </a:r>
        </a:p>
      </dgm:t>
    </dgm:pt>
    <dgm:pt modelId="{57F8FDF3-BB47-441D-80EA-7FC665960DE6}" type="parTrans" cxnId="{6D293CF4-00AB-4C5B-A207-56982E402064}">
      <dgm:prSet/>
      <dgm:spPr/>
      <dgm:t>
        <a:bodyPr/>
        <a:lstStyle/>
        <a:p>
          <a:endParaRPr lang="en-US"/>
        </a:p>
      </dgm:t>
    </dgm:pt>
    <dgm:pt modelId="{81F3E348-1BE5-4C82-AC2B-DF51F8095E59}" type="sibTrans" cxnId="{6D293CF4-00AB-4C5B-A207-56982E402064}">
      <dgm:prSet/>
      <dgm:spPr/>
      <dgm:t>
        <a:bodyPr/>
        <a:lstStyle/>
        <a:p>
          <a:endParaRPr lang="en-US"/>
        </a:p>
      </dgm:t>
    </dgm:pt>
    <dgm:pt modelId="{A6567DD2-C049-4135-B3F6-559912B928FF}">
      <dgm:prSet phldrT="[Text]" phldr="0"/>
      <dgm:spPr/>
      <dgm:t>
        <a:bodyPr/>
        <a:lstStyle/>
        <a:p>
          <a:r>
            <a:rPr lang="en-US" dirty="0"/>
            <a:t>Deep Learning</a:t>
          </a:r>
        </a:p>
      </dgm:t>
    </dgm:pt>
    <dgm:pt modelId="{C5AF607E-BD80-4474-AC07-A0ADD5993420}" type="parTrans" cxnId="{D45CDE9E-EF2D-4780-9D73-7F885E1ACC04}">
      <dgm:prSet/>
      <dgm:spPr/>
      <dgm:t>
        <a:bodyPr/>
        <a:lstStyle/>
        <a:p>
          <a:endParaRPr lang="en-US"/>
        </a:p>
      </dgm:t>
    </dgm:pt>
    <dgm:pt modelId="{434A7C57-5429-44EA-A4F0-87681C752999}" type="sibTrans" cxnId="{D45CDE9E-EF2D-4780-9D73-7F885E1ACC04}">
      <dgm:prSet/>
      <dgm:spPr/>
      <dgm:t>
        <a:bodyPr/>
        <a:lstStyle/>
        <a:p>
          <a:endParaRPr lang="en-US"/>
        </a:p>
      </dgm:t>
    </dgm:pt>
    <dgm:pt modelId="{40FDC2A8-8181-454E-A73D-637761AC46B6}">
      <dgm:prSet phldrT="[Text]" phldr="0"/>
      <dgm:spPr/>
      <dgm:t>
        <a:bodyPr/>
        <a:lstStyle/>
        <a:p>
          <a:r>
            <a:rPr lang="en-US" dirty="0"/>
            <a:t>Generative AI</a:t>
          </a:r>
        </a:p>
      </dgm:t>
    </dgm:pt>
    <dgm:pt modelId="{0FF8F81E-E87D-4156-A26C-8F7561CE6903}" type="parTrans" cxnId="{C3BFB47B-9C7E-4B41-B8AD-42D668282E5C}">
      <dgm:prSet/>
      <dgm:spPr/>
      <dgm:t>
        <a:bodyPr/>
        <a:lstStyle/>
        <a:p>
          <a:endParaRPr lang="en-US"/>
        </a:p>
      </dgm:t>
    </dgm:pt>
    <dgm:pt modelId="{EC303DDD-3C10-4B3F-BBD6-3143A0F1C412}" type="sibTrans" cxnId="{C3BFB47B-9C7E-4B41-B8AD-42D668282E5C}">
      <dgm:prSet/>
      <dgm:spPr/>
      <dgm:t>
        <a:bodyPr/>
        <a:lstStyle/>
        <a:p>
          <a:endParaRPr lang="en-US"/>
        </a:p>
      </dgm:t>
    </dgm:pt>
    <dgm:pt modelId="{FC48D7C2-0F71-45AD-9EC5-21794EBBDD07}" type="pres">
      <dgm:prSet presAssocID="{9FF545EF-2456-42B5-A97D-BF7A07855924}" presName="Name0" presStyleCnt="0">
        <dgm:presLayoutVars>
          <dgm:chMax val="7"/>
          <dgm:resizeHandles val="exact"/>
        </dgm:presLayoutVars>
      </dgm:prSet>
      <dgm:spPr/>
    </dgm:pt>
    <dgm:pt modelId="{4DADECF8-6EA4-447A-98CE-AC273A65266B}" type="pres">
      <dgm:prSet presAssocID="{9FF545EF-2456-42B5-A97D-BF7A07855924}" presName="comp1" presStyleCnt="0"/>
      <dgm:spPr/>
    </dgm:pt>
    <dgm:pt modelId="{F5B07600-D448-43B7-8254-2B81A6723496}" type="pres">
      <dgm:prSet presAssocID="{9FF545EF-2456-42B5-A97D-BF7A07855924}" presName="circle1" presStyleLbl="node1" presStyleIdx="0" presStyleCnt="4"/>
      <dgm:spPr/>
    </dgm:pt>
    <dgm:pt modelId="{7D80CCB5-7FB4-4F53-8289-87F27743C0D4}" type="pres">
      <dgm:prSet presAssocID="{9FF545EF-2456-42B5-A97D-BF7A07855924}" presName="c1text" presStyleLbl="node1" presStyleIdx="0" presStyleCnt="4">
        <dgm:presLayoutVars>
          <dgm:bulletEnabled val="1"/>
        </dgm:presLayoutVars>
      </dgm:prSet>
      <dgm:spPr/>
    </dgm:pt>
    <dgm:pt modelId="{2312534E-9974-4F11-AABC-D20AB462012F}" type="pres">
      <dgm:prSet presAssocID="{9FF545EF-2456-42B5-A97D-BF7A07855924}" presName="comp2" presStyleCnt="0"/>
      <dgm:spPr/>
    </dgm:pt>
    <dgm:pt modelId="{B3C86AB2-30CA-42EC-A9C9-C9D4A9D8D964}" type="pres">
      <dgm:prSet presAssocID="{9FF545EF-2456-42B5-A97D-BF7A07855924}" presName="circle2" presStyleLbl="node1" presStyleIdx="1" presStyleCnt="4"/>
      <dgm:spPr/>
    </dgm:pt>
    <dgm:pt modelId="{DE41D9E8-B122-40E1-BC91-A412DCAD71A0}" type="pres">
      <dgm:prSet presAssocID="{9FF545EF-2456-42B5-A97D-BF7A07855924}" presName="c2text" presStyleLbl="node1" presStyleIdx="1" presStyleCnt="4">
        <dgm:presLayoutVars>
          <dgm:bulletEnabled val="1"/>
        </dgm:presLayoutVars>
      </dgm:prSet>
      <dgm:spPr/>
    </dgm:pt>
    <dgm:pt modelId="{80B6063D-BDC5-4329-A874-BFED6927DB17}" type="pres">
      <dgm:prSet presAssocID="{9FF545EF-2456-42B5-A97D-BF7A07855924}" presName="comp3" presStyleCnt="0"/>
      <dgm:spPr/>
    </dgm:pt>
    <dgm:pt modelId="{0A480232-011D-42F3-BBA6-3E5C4306C3A0}" type="pres">
      <dgm:prSet presAssocID="{9FF545EF-2456-42B5-A97D-BF7A07855924}" presName="circle3" presStyleLbl="node1" presStyleIdx="2" presStyleCnt="4"/>
      <dgm:spPr/>
    </dgm:pt>
    <dgm:pt modelId="{303FA301-0C17-448C-B825-872F6327EFAE}" type="pres">
      <dgm:prSet presAssocID="{9FF545EF-2456-42B5-A97D-BF7A07855924}" presName="c3text" presStyleLbl="node1" presStyleIdx="2" presStyleCnt="4">
        <dgm:presLayoutVars>
          <dgm:bulletEnabled val="1"/>
        </dgm:presLayoutVars>
      </dgm:prSet>
      <dgm:spPr/>
    </dgm:pt>
    <dgm:pt modelId="{2DA98571-F19F-4668-AAA6-18806BD67178}" type="pres">
      <dgm:prSet presAssocID="{9FF545EF-2456-42B5-A97D-BF7A07855924}" presName="comp4" presStyleCnt="0"/>
      <dgm:spPr/>
    </dgm:pt>
    <dgm:pt modelId="{F4DEEA1D-D9F0-4599-A2EE-6A2967F805CC}" type="pres">
      <dgm:prSet presAssocID="{9FF545EF-2456-42B5-A97D-BF7A07855924}" presName="circle4" presStyleLbl="node1" presStyleIdx="3" presStyleCnt="4"/>
      <dgm:spPr/>
    </dgm:pt>
    <dgm:pt modelId="{ECAD8732-870B-41BF-A637-DDC426CBB414}" type="pres">
      <dgm:prSet presAssocID="{9FF545EF-2456-42B5-A97D-BF7A07855924}" presName="c4text" presStyleLbl="node1" presStyleIdx="3" presStyleCnt="4">
        <dgm:presLayoutVars>
          <dgm:bulletEnabled val="1"/>
        </dgm:presLayoutVars>
      </dgm:prSet>
      <dgm:spPr/>
    </dgm:pt>
  </dgm:ptLst>
  <dgm:cxnLst>
    <dgm:cxn modelId="{68FB0E08-8AD5-4BE9-9139-D8E5C1814A70}" type="presOf" srcId="{A6567DD2-C049-4135-B3F6-559912B928FF}" destId="{0A480232-011D-42F3-BBA6-3E5C4306C3A0}" srcOrd="0" destOrd="0" presId="urn:microsoft.com/office/officeart/2005/8/layout/venn2"/>
    <dgm:cxn modelId="{3DFFE109-EE56-44FA-9E21-0BF30EB6EA4D}" type="presOf" srcId="{46359D70-C53B-4FC8-8C18-4DBD1B1A224B}" destId="{7D80CCB5-7FB4-4F53-8289-87F27743C0D4}" srcOrd="1" destOrd="0" presId="urn:microsoft.com/office/officeart/2005/8/layout/venn2"/>
    <dgm:cxn modelId="{02B6F024-95C3-452E-9760-79FAF2883C77}" type="presOf" srcId="{9FF545EF-2456-42B5-A97D-BF7A07855924}" destId="{FC48D7C2-0F71-45AD-9EC5-21794EBBDD07}" srcOrd="0" destOrd="0" presId="urn:microsoft.com/office/officeart/2005/8/layout/venn2"/>
    <dgm:cxn modelId="{0437EB28-D342-46AB-BC05-03AC2BE99695}" srcId="{9FF545EF-2456-42B5-A97D-BF7A07855924}" destId="{46359D70-C53B-4FC8-8C18-4DBD1B1A224B}" srcOrd="0" destOrd="0" parTransId="{B9692010-30CE-44A2-A113-DCB14640EDBD}" sibTransId="{C967D128-2752-405B-8A64-21CE0BC58679}"/>
    <dgm:cxn modelId="{713D2C30-56F6-40A3-B8D4-1DE0CB1CE300}" type="presOf" srcId="{66191039-F7B8-4086-AC4F-F1D61BB01890}" destId="{B3C86AB2-30CA-42EC-A9C9-C9D4A9D8D964}" srcOrd="0" destOrd="0" presId="urn:microsoft.com/office/officeart/2005/8/layout/venn2"/>
    <dgm:cxn modelId="{4B46FF3E-9822-48B4-8609-A748498378B7}" type="presOf" srcId="{66191039-F7B8-4086-AC4F-F1D61BB01890}" destId="{DE41D9E8-B122-40E1-BC91-A412DCAD71A0}" srcOrd="1" destOrd="0" presId="urn:microsoft.com/office/officeart/2005/8/layout/venn2"/>
    <dgm:cxn modelId="{A7175B52-C871-410F-9F67-71760B7BE289}" type="presOf" srcId="{40FDC2A8-8181-454E-A73D-637761AC46B6}" destId="{F4DEEA1D-D9F0-4599-A2EE-6A2967F805CC}" srcOrd="0" destOrd="0" presId="urn:microsoft.com/office/officeart/2005/8/layout/venn2"/>
    <dgm:cxn modelId="{C3BFB47B-9C7E-4B41-B8AD-42D668282E5C}" srcId="{9FF545EF-2456-42B5-A97D-BF7A07855924}" destId="{40FDC2A8-8181-454E-A73D-637761AC46B6}" srcOrd="3" destOrd="0" parTransId="{0FF8F81E-E87D-4156-A26C-8F7561CE6903}" sibTransId="{EC303DDD-3C10-4B3F-BBD6-3143A0F1C412}"/>
    <dgm:cxn modelId="{55680F87-B6BD-46A8-B7F7-78B028B6F29F}" type="presOf" srcId="{A6567DD2-C049-4135-B3F6-559912B928FF}" destId="{303FA301-0C17-448C-B825-872F6327EFAE}" srcOrd="1" destOrd="0" presId="urn:microsoft.com/office/officeart/2005/8/layout/venn2"/>
    <dgm:cxn modelId="{A2DFEC93-DD7B-4C9F-8A09-F4E5AE28A85B}" type="presOf" srcId="{40FDC2A8-8181-454E-A73D-637761AC46B6}" destId="{ECAD8732-870B-41BF-A637-DDC426CBB414}" srcOrd="1" destOrd="0" presId="urn:microsoft.com/office/officeart/2005/8/layout/venn2"/>
    <dgm:cxn modelId="{D45CDE9E-EF2D-4780-9D73-7F885E1ACC04}" srcId="{9FF545EF-2456-42B5-A97D-BF7A07855924}" destId="{A6567DD2-C049-4135-B3F6-559912B928FF}" srcOrd="2" destOrd="0" parTransId="{C5AF607E-BD80-4474-AC07-A0ADD5993420}" sibTransId="{434A7C57-5429-44EA-A4F0-87681C752999}"/>
    <dgm:cxn modelId="{D27C40DE-132B-4004-BBB0-65C6D316B3D7}" type="presOf" srcId="{46359D70-C53B-4FC8-8C18-4DBD1B1A224B}" destId="{F5B07600-D448-43B7-8254-2B81A6723496}" srcOrd="0" destOrd="0" presId="urn:microsoft.com/office/officeart/2005/8/layout/venn2"/>
    <dgm:cxn modelId="{6D293CF4-00AB-4C5B-A207-56982E402064}" srcId="{9FF545EF-2456-42B5-A97D-BF7A07855924}" destId="{66191039-F7B8-4086-AC4F-F1D61BB01890}" srcOrd="1" destOrd="0" parTransId="{57F8FDF3-BB47-441D-80EA-7FC665960DE6}" sibTransId="{81F3E348-1BE5-4C82-AC2B-DF51F8095E59}"/>
    <dgm:cxn modelId="{16D35CAC-F128-4021-A923-292471CB3023}" type="presParOf" srcId="{FC48D7C2-0F71-45AD-9EC5-21794EBBDD07}" destId="{4DADECF8-6EA4-447A-98CE-AC273A65266B}" srcOrd="0" destOrd="0" presId="urn:microsoft.com/office/officeart/2005/8/layout/venn2"/>
    <dgm:cxn modelId="{8C9BF0A7-469B-4E90-80AC-9FD1A3001FBA}" type="presParOf" srcId="{4DADECF8-6EA4-447A-98CE-AC273A65266B}" destId="{F5B07600-D448-43B7-8254-2B81A6723496}" srcOrd="0" destOrd="0" presId="urn:microsoft.com/office/officeart/2005/8/layout/venn2"/>
    <dgm:cxn modelId="{736D2C36-F791-452F-AB39-2BFF51083207}" type="presParOf" srcId="{4DADECF8-6EA4-447A-98CE-AC273A65266B}" destId="{7D80CCB5-7FB4-4F53-8289-87F27743C0D4}" srcOrd="1" destOrd="0" presId="urn:microsoft.com/office/officeart/2005/8/layout/venn2"/>
    <dgm:cxn modelId="{032B7969-6AE6-4F25-9AF8-623EC648D2C0}" type="presParOf" srcId="{FC48D7C2-0F71-45AD-9EC5-21794EBBDD07}" destId="{2312534E-9974-4F11-AABC-D20AB462012F}" srcOrd="1" destOrd="0" presId="urn:microsoft.com/office/officeart/2005/8/layout/venn2"/>
    <dgm:cxn modelId="{66E9B1AD-5260-4FDF-803A-7CD98AE11A63}" type="presParOf" srcId="{2312534E-9974-4F11-AABC-D20AB462012F}" destId="{B3C86AB2-30CA-42EC-A9C9-C9D4A9D8D964}" srcOrd="0" destOrd="0" presId="urn:microsoft.com/office/officeart/2005/8/layout/venn2"/>
    <dgm:cxn modelId="{C54F8728-E422-4817-B8FD-FE8141AE89A0}" type="presParOf" srcId="{2312534E-9974-4F11-AABC-D20AB462012F}" destId="{DE41D9E8-B122-40E1-BC91-A412DCAD71A0}" srcOrd="1" destOrd="0" presId="urn:microsoft.com/office/officeart/2005/8/layout/venn2"/>
    <dgm:cxn modelId="{9C83F925-2009-4589-BCCB-FDA982C7C6EB}" type="presParOf" srcId="{FC48D7C2-0F71-45AD-9EC5-21794EBBDD07}" destId="{80B6063D-BDC5-4329-A874-BFED6927DB17}" srcOrd="2" destOrd="0" presId="urn:microsoft.com/office/officeart/2005/8/layout/venn2"/>
    <dgm:cxn modelId="{756DD397-B2CD-4AC7-8BAC-0675B4D621DE}" type="presParOf" srcId="{80B6063D-BDC5-4329-A874-BFED6927DB17}" destId="{0A480232-011D-42F3-BBA6-3E5C4306C3A0}" srcOrd="0" destOrd="0" presId="urn:microsoft.com/office/officeart/2005/8/layout/venn2"/>
    <dgm:cxn modelId="{4A00148C-B882-4E42-B117-1C7F3BEF5B4E}" type="presParOf" srcId="{80B6063D-BDC5-4329-A874-BFED6927DB17}" destId="{303FA301-0C17-448C-B825-872F6327EFAE}" srcOrd="1" destOrd="0" presId="urn:microsoft.com/office/officeart/2005/8/layout/venn2"/>
    <dgm:cxn modelId="{1C8FAFD6-B536-4D05-B977-C6711668460B}" type="presParOf" srcId="{FC48D7C2-0F71-45AD-9EC5-21794EBBDD07}" destId="{2DA98571-F19F-4668-AAA6-18806BD67178}" srcOrd="3" destOrd="0" presId="urn:microsoft.com/office/officeart/2005/8/layout/venn2"/>
    <dgm:cxn modelId="{83075F2F-3116-461D-A2B5-8007B28028D6}" type="presParOf" srcId="{2DA98571-F19F-4668-AAA6-18806BD67178}" destId="{F4DEEA1D-D9F0-4599-A2EE-6A2967F805CC}" srcOrd="0" destOrd="0" presId="urn:microsoft.com/office/officeart/2005/8/layout/venn2"/>
    <dgm:cxn modelId="{7F9D2CDB-1ED8-4DB0-8FB8-5B511BF3CEA6}" type="presParOf" srcId="{2DA98571-F19F-4668-AAA6-18806BD67178}" destId="{ECAD8732-870B-41BF-A637-DDC426CBB41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07600-D448-43B7-8254-2B81A6723496}">
      <dsp:nvSpPr>
        <dsp:cNvPr id="0" name=""/>
        <dsp:cNvSpPr/>
      </dsp:nvSpPr>
      <dsp:spPr>
        <a:xfrm>
          <a:off x="810309" y="0"/>
          <a:ext cx="3241240" cy="32412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AI</a:t>
          </a:r>
        </a:p>
      </dsp:txBody>
      <dsp:txXfrm>
        <a:off x="1977804" y="162061"/>
        <a:ext cx="906250" cy="486186"/>
      </dsp:txXfrm>
    </dsp:sp>
    <dsp:sp modelId="{B3C86AB2-30CA-42EC-A9C9-C9D4A9D8D964}">
      <dsp:nvSpPr>
        <dsp:cNvPr id="0" name=""/>
        <dsp:cNvSpPr/>
      </dsp:nvSpPr>
      <dsp:spPr>
        <a:xfrm>
          <a:off x="1134433" y="648247"/>
          <a:ext cx="2592992" cy="25929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Machine Learning</a:t>
          </a:r>
        </a:p>
      </dsp:txBody>
      <dsp:txXfrm>
        <a:off x="1977804" y="803827"/>
        <a:ext cx="906250" cy="466738"/>
      </dsp:txXfrm>
    </dsp:sp>
    <dsp:sp modelId="{0A480232-011D-42F3-BBA6-3E5C4306C3A0}">
      <dsp:nvSpPr>
        <dsp:cNvPr id="0" name=""/>
        <dsp:cNvSpPr/>
      </dsp:nvSpPr>
      <dsp:spPr>
        <a:xfrm>
          <a:off x="1458557" y="1296495"/>
          <a:ext cx="1944744" cy="1944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Deep Learning</a:t>
          </a:r>
        </a:p>
      </dsp:txBody>
      <dsp:txXfrm>
        <a:off x="1977804" y="1442351"/>
        <a:ext cx="906250" cy="437567"/>
      </dsp:txXfrm>
    </dsp:sp>
    <dsp:sp modelId="{F4DEEA1D-D9F0-4599-A2EE-6A2967F805CC}">
      <dsp:nvSpPr>
        <dsp:cNvPr id="0" name=""/>
        <dsp:cNvSpPr/>
      </dsp:nvSpPr>
      <dsp:spPr>
        <a:xfrm>
          <a:off x="1782681" y="1944744"/>
          <a:ext cx="1296496" cy="12964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Generative AI</a:t>
          </a:r>
        </a:p>
      </dsp:txBody>
      <dsp:txXfrm>
        <a:off x="1972548" y="2268868"/>
        <a:ext cx="916761" cy="648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DF2E-9BF0-6789-2F04-0EA734DD8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FB426-239C-EC2E-6892-0E61BCD60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6AA66-8330-DCAE-B7D7-37D41958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26855-4272-34FF-1D5D-D9134551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835C-908F-0821-185E-A69AC7B7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74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D778-FC7F-A03E-1D86-4AF37FA6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E487-85F9-18A9-EC77-636E0EB13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BCC-8A37-3D87-7D2D-A9108396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BB04E-365B-6296-9FB1-7E2E6EAE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52CC-84C8-135F-8644-D3BF97E1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5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0D72-4A85-5900-60E3-92E4EEB5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4D9E-BAC2-6631-C17C-83EC953D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77C91-1460-75E6-E8F1-FA2B3972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DC69-0E3D-6EBA-A65B-445F802E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7B0D4-24E5-C2F7-FCFB-9D3BE77D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2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61A9-7272-F7F4-8F18-7DD9AFF6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0C11-98E6-4927-3683-893F699D8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85E5E-92F7-B863-D050-43EA56BB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12BDA-BEC0-B13A-752E-DE14753D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D1518-6B5D-CAE3-A78D-A728BB0E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9DE9-9939-EB72-6838-6EA424D1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3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0606-E72F-509D-6624-99BF33F1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85D8B-7CC0-525A-CDFB-904224A6A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E8E1-71EB-E8F0-F687-4C19ED77E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4B139-6CE3-AE4F-CEF6-733E8F2F1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590A1-5328-F498-21E5-A91EBEA6E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74BF2-E14E-8229-46CE-6473487B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39B1E-3C00-A260-FABC-33C3CC90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0F836-971D-FE10-D1E6-7A475966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7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C539-A2B4-6C7D-8271-B5CF7907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A5127-50A8-DA58-ACDC-4418BB96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1EB46-ABF2-A0FD-132A-1ADF159A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DAC2E-76DA-BEDC-4797-43A8C076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6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A9BCE4-8625-6041-3B45-5273B01D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17CE6-AD3F-581C-89CD-98019053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F2992-83B9-6CF8-97C2-D8994483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9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114F-21D2-32FB-996D-D4BA4606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DAB6-A9E0-DA4E-A958-8F4C7F62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5130E-389C-5CA3-3A81-697FFEC1E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6FA40-565B-71AD-3B70-58E78D84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1F43F-5632-1AA0-7836-03BDE1B1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4F26-3714-2226-0C2E-E044BA3C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8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48CF-A8E2-BD5D-C34A-716224A9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E5BE41-AB6B-FB14-0EE3-BC7EEC6A2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23CDE-336B-3488-2A26-F9ABDF286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29562-14CD-B3EF-0770-47E3EA37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54E48-B003-DA40-C32B-AB332E63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EF2D2-9F7B-544A-49A1-E94D33C4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AFE1-BBA3-59B7-FA36-8FB15372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7AFC8-BEF5-9452-FAD9-1148CB3DA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6D75-21B4-C4DA-2E8E-5ACDC847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B5A51-7517-CE49-D8AD-E49DA51B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BC3C1-6B5D-95CF-65C7-A35FEBE3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6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F233D-5FF9-7B4B-170C-1A7A01BF6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555FF-8C01-F5F9-7AC3-EBA9B32EC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BCAB-0097-E7AE-5A6E-F14D80A2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0E6A-1C54-7E04-03B5-16832F50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B94CE-8B5A-BD85-C552-A23A9ED7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1AC98-AC07-DB3C-0C95-12B8ED13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18ACD-545F-D569-1789-83DB561CD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09C16-6022-04B3-4D7E-7D19B4764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7365B-59C5-4FA9-AEAA-AC43E9C0A68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8FDC-8751-1EA1-B2C5-3BCE2300D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547D4-5995-E52E-BC1B-B4CA09ACE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3AD6F-2BD5-4AFB-9CFA-B1AF6E78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A2D7-C54D-31DE-691E-B6C96DF6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A8B47-6A2B-536A-FDCD-5D1E24992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	Introduzione a Machine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0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98B0-7252-0635-63D7-D90EDD03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8D3CC-E76D-7DD5-BC42-B07D262A8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ogni giorno vengono creati circa </a:t>
            </a:r>
            <a:r>
              <a:rPr lang="it-IT" b="1" dirty="0"/>
              <a:t>402,74 milioni di Terabyte</a:t>
            </a:r>
            <a:r>
              <a:rPr lang="it-IT" dirty="0"/>
              <a:t> (TB)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8B370E7-7286-6000-41E2-9920B0D72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803031"/>
              </p:ext>
            </p:extLst>
          </p:nvPr>
        </p:nvGraphicFramePr>
        <p:xfrm>
          <a:off x="3430494" y="2935723"/>
          <a:ext cx="4861859" cy="3241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380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BBB3-FB37-0841-3E94-7454AFB6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Apprendimento Supervisionato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44989-3DF4-A3DA-505C-BE459773D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dirty="0"/>
              <a:t>Gli algoritmi di apprendimento supervisionato apprendono da dati etichettati, cioè dati in cui sono presenti sia gli input che gli output attesi.</a:t>
            </a:r>
          </a:p>
          <a:p>
            <a:r>
              <a:rPr lang="it-IT" dirty="0"/>
              <a:t>L’obiettivo è creare un modello capace di apprendere la relazione tra input e output, così da poter fare previsioni corrette anche su nuovi dati mai visti prima.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b="1" dirty="0"/>
              <a:t>Esempi</a:t>
            </a:r>
          </a:p>
          <a:p>
            <a:r>
              <a:rPr lang="it-IT" dirty="0"/>
              <a:t>Classificazione email spam/non spam </a:t>
            </a:r>
          </a:p>
          <a:p>
            <a:r>
              <a:rPr lang="it-IT" dirty="0"/>
              <a:t>Previsione del prezzo di una casa </a:t>
            </a:r>
          </a:p>
          <a:p>
            <a:r>
              <a:rPr lang="it-IT" dirty="0"/>
              <a:t>Riconoscimento immagini 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Algoritmi comuni</a:t>
            </a:r>
          </a:p>
          <a:p>
            <a:r>
              <a:rPr lang="it-IT" dirty="0"/>
              <a:t>Regressione lineare </a:t>
            </a:r>
          </a:p>
          <a:p>
            <a:r>
              <a:rPr lang="it-IT" dirty="0"/>
              <a:t>Decision Tree </a:t>
            </a:r>
          </a:p>
          <a:p>
            <a:r>
              <a:rPr lang="it-IT" dirty="0"/>
              <a:t>Random Forest </a:t>
            </a:r>
          </a:p>
          <a:p>
            <a:r>
              <a:rPr lang="it-IT" dirty="0"/>
              <a:t>Support Vector Machine (SVM) </a:t>
            </a:r>
          </a:p>
          <a:p>
            <a:r>
              <a:rPr lang="it-IT" dirty="0"/>
              <a:t>Neural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4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8BC4-F403-D842-2B8A-A7434A2B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Apprendimento</a:t>
            </a:r>
            <a:r>
              <a:rPr lang="en-US" dirty="0"/>
              <a:t> Non </a:t>
            </a:r>
            <a:r>
              <a:rPr lang="en-US" dirty="0" err="1"/>
              <a:t>Supervisionato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AF26-1640-B746-D216-96623A63D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Negli algoritmi di apprendimento non supervisionato i dati non sono etichettati.</a:t>
            </a:r>
          </a:p>
          <a:p>
            <a:r>
              <a:rPr lang="it-IT" dirty="0"/>
              <a:t>L’obiettivo è identificare strutture, schemi o relazioni nascoste nei dati.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Esempi</a:t>
            </a:r>
          </a:p>
          <a:p>
            <a:r>
              <a:rPr lang="it-IT" dirty="0"/>
              <a:t>Raggruppamento clienti (customer segmentation) </a:t>
            </a:r>
          </a:p>
          <a:p>
            <a:r>
              <a:rPr lang="it-IT" dirty="0"/>
              <a:t>Analisi di similarità </a:t>
            </a:r>
          </a:p>
          <a:p>
            <a:r>
              <a:rPr lang="it-IT" dirty="0"/>
              <a:t>Riduzione dimensionalità 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Algoritmi comuni</a:t>
            </a:r>
          </a:p>
          <a:p>
            <a:r>
              <a:rPr lang="it-IT" dirty="0"/>
              <a:t>K-Means </a:t>
            </a:r>
          </a:p>
          <a:p>
            <a:r>
              <a:rPr lang="it-IT" dirty="0"/>
              <a:t>DBSCAN </a:t>
            </a:r>
          </a:p>
          <a:p>
            <a:r>
              <a:rPr lang="it-IT" dirty="0"/>
              <a:t>PCA (Principal Component Analysis)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69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9A45-9AD5-8E49-5152-CBA6D5D7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Apprendimento</a:t>
            </a:r>
            <a:r>
              <a:rPr lang="en-US" dirty="0"/>
              <a:t> per </a:t>
            </a:r>
            <a:r>
              <a:rPr lang="en-US" dirty="0" err="1"/>
              <a:t>Rinforzo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D9F57-5EBC-6FED-919F-146D0E50B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dirty="0"/>
              <a:t>Nel reinforcement learning un agente interagisce con un ambiente e apprende tramite tentativi ed errori.</a:t>
            </a:r>
          </a:p>
          <a:p>
            <a:r>
              <a:rPr lang="it-IT" dirty="0"/>
              <a:t>L’agente riceve una ricompensa (reward) in base alle azioni effettuate e cerca di massimizzare il punteggio totale nel tempo.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Esempi</a:t>
            </a:r>
          </a:p>
          <a:p>
            <a:r>
              <a:rPr lang="it-IT" dirty="0"/>
              <a:t>Robotica </a:t>
            </a:r>
          </a:p>
          <a:p>
            <a:r>
              <a:rPr lang="it-IT" dirty="0"/>
              <a:t>Guida autonoma </a:t>
            </a:r>
          </a:p>
          <a:p>
            <a:r>
              <a:rPr lang="it-IT" dirty="0"/>
              <a:t>AI per videogiochi </a:t>
            </a:r>
          </a:p>
          <a:p>
            <a:r>
              <a:rPr lang="it-IT" dirty="0"/>
              <a:t>Ottimizzazione industriale 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Concetti chiave</a:t>
            </a:r>
          </a:p>
          <a:p>
            <a:r>
              <a:rPr lang="it-IT" dirty="0"/>
              <a:t>Agente </a:t>
            </a:r>
          </a:p>
          <a:p>
            <a:r>
              <a:rPr lang="it-IT" dirty="0"/>
              <a:t>Ambiente </a:t>
            </a:r>
          </a:p>
          <a:p>
            <a:r>
              <a:rPr lang="it-IT" dirty="0"/>
              <a:t>Azione </a:t>
            </a:r>
          </a:p>
          <a:p>
            <a:r>
              <a:rPr lang="it-IT" dirty="0"/>
              <a:t>Reward </a:t>
            </a:r>
          </a:p>
          <a:p>
            <a:r>
              <a:rPr lang="it-IT" dirty="0"/>
              <a:t>Strategia (Policy)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9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907E-EA63-DD78-CC6D-7B5B925B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Confronto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67E7FA-3D7B-7B33-2BB4-D6E82B36D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984261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591707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30494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587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Dati </a:t>
                      </a:r>
                      <a:r>
                        <a:rPr lang="en-US" b="1" dirty="0" err="1"/>
                        <a:t>etichettati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Obiettivo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485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Supervisionato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Predire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472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 supervisionato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Trovare pattern nascosti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918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Reinforcement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Massimizzare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ricompensa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4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16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BF35-136E-6DFB-990F-CA60529A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Classificazione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5440-0F7A-764F-21CD-FFD90D9CE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1118" cy="4351338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La classificazione è una tecnica del Machine Learning che consente di assegnare un’etichetta o una categoria a un oggetto, un dato o un concetto sulla base delle sue caratteristiche.</a:t>
            </a:r>
          </a:p>
          <a:p>
            <a:r>
              <a:rPr lang="it-IT" dirty="0"/>
              <a:t>L’obiettivo è individuare un modello capace di distinguere correttamente elementi appartenenti a classi differenti.</a:t>
            </a:r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r>
              <a:rPr lang="it-IT" dirty="0"/>
              <a:t>Un algoritmo di classificazione analizza alcune caratteristiche rilevanti (feature) dell’oggetto da classificare.</a:t>
            </a:r>
          </a:p>
          <a:p>
            <a:r>
              <a:rPr lang="it-IT" dirty="0"/>
              <a:t>Sulla base di queste informazioni, il modello cerca di determinare a quale categoria appartiene il dato in ingresso.</a:t>
            </a:r>
          </a:p>
          <a:p>
            <a:pPr marL="0" indent="0">
              <a:buNone/>
            </a:pPr>
            <a:r>
              <a:rPr lang="it-IT" b="1" dirty="0"/>
              <a:t>Esempi</a:t>
            </a:r>
          </a:p>
          <a:p>
            <a:r>
              <a:rPr lang="it-IT" dirty="0"/>
              <a:t>Email → Spam / Non Spam </a:t>
            </a:r>
          </a:p>
          <a:p>
            <a:r>
              <a:rPr lang="it-IT" dirty="0"/>
              <a:t>Immagine → Cane / Gatto </a:t>
            </a:r>
          </a:p>
          <a:p>
            <a:r>
              <a:rPr lang="it-IT" dirty="0"/>
              <a:t>Cliente → Interessato / Non interessato </a:t>
            </a:r>
          </a:p>
          <a:p>
            <a:r>
              <a:rPr lang="it-IT" dirty="0"/>
              <a:t>Transazione → Normale / Fraudolenta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4866E-95D0-213C-1EAC-4479F173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795" y="1690688"/>
            <a:ext cx="3439005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3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0A42-FCDE-FC4D-8D34-75E9A113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Regressione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B24F45-200C-9A0D-6443-34D611C11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2835" cy="4351338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La regressione è una tecnica di Machine Learning utilizzata per prevedere un valore numerico continuo a partire da un insieme di dati di input.</a:t>
            </a:r>
          </a:p>
          <a:p>
            <a:r>
              <a:rPr lang="it-IT" dirty="0"/>
              <a:t>A differenza della classificazione, che assegna una categoria, la regressione produce un valore quantitativo.</a:t>
            </a:r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r>
              <a:rPr lang="it-IT" dirty="0"/>
              <a:t>Un algoritmo di regressione apprende la relazione tra le variabili di input (feature) e un valore numerico di output.</a:t>
            </a:r>
          </a:p>
          <a:p>
            <a:r>
              <a:rPr lang="it-IT" dirty="0"/>
              <a:t>Durante l’addestramento, il modello analizza esempi già noti per individuare una funzione matematica capace di effettuare previsioni accurate.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Esempi di regressione</a:t>
            </a:r>
          </a:p>
          <a:p>
            <a:r>
              <a:rPr lang="it-IT" dirty="0"/>
              <a:t>Previsione del fatturato aziendale </a:t>
            </a:r>
          </a:p>
          <a:p>
            <a:r>
              <a:rPr lang="it-IT" dirty="0"/>
              <a:t>Stima della temperatura futura </a:t>
            </a:r>
          </a:p>
          <a:p>
            <a:r>
              <a:rPr lang="it-IT" dirty="0"/>
              <a:t>Previsione della produzione energetica </a:t>
            </a:r>
          </a:p>
          <a:p>
            <a:r>
              <a:rPr lang="it-IT" dirty="0"/>
              <a:t>Analisi dell’andamento delle vendite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47A5A-A891-10CD-E58B-811D122EB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884" y="1690688"/>
            <a:ext cx="2991267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4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0A0-9CBC-D002-7DAF-51B7FAA4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172D-95F7-687A-90E0-2626A077B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28012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it-IT" b="1" dirty="0"/>
              <a:t>Clustering nel Machine Learning</a:t>
            </a:r>
          </a:p>
          <a:p>
            <a:r>
              <a:rPr lang="it-IT" dirty="0"/>
              <a:t>Il clustering è una tecnica di analisi dei dati che permette di raggruppare automaticamente elementi simili in gruppi chiamati </a:t>
            </a:r>
            <a:r>
              <a:rPr lang="it-IT" i="1" dirty="0"/>
              <a:t>cluster</a:t>
            </a:r>
            <a:r>
              <a:rPr lang="it-IT" dirty="0"/>
              <a:t>.</a:t>
            </a:r>
          </a:p>
          <a:p>
            <a:r>
              <a:rPr lang="it-IT" dirty="0"/>
              <a:t>Gli elementi appartenenti allo stesso cluster presentano caratteristiche simili, mentre elementi molto diversi vengono assegnati a cluster differenti.</a:t>
            </a:r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r>
              <a:rPr lang="it-IT" dirty="0"/>
              <a:t>Il clustering analizza i dati e misura il grado di somiglianza o dissomiglianza tra gli elementi.</a:t>
            </a:r>
          </a:p>
          <a:p>
            <a:r>
              <a:rPr lang="it-IT" dirty="0"/>
              <a:t>La similarità viene spesso calcolata tramite una distanza matematica all’interno di uno spazio multidimensionale.</a:t>
            </a:r>
          </a:p>
          <a:p>
            <a:r>
              <a:rPr lang="it-IT" dirty="0"/>
              <a:t>Gli elementi “vicini” tra loro vengono inseriti nello stesso gruppo.</a:t>
            </a: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b="1" dirty="0"/>
              <a:t>Obiettivo del clustering</a:t>
            </a:r>
          </a:p>
          <a:p>
            <a:r>
              <a:rPr lang="it-IT" dirty="0"/>
              <a:t>L’obiettivo è individuare strutture nascoste nei dati senza utilizzare etichette predefinite.</a:t>
            </a:r>
          </a:p>
          <a:p>
            <a:r>
              <a:rPr lang="it-IT" dirty="0"/>
              <a:t>Il clustering appartiene infatti alle tecniche di apprendimento non supervisionato.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b="1" dirty="0"/>
              <a:t>Esempi di utilizzo</a:t>
            </a:r>
          </a:p>
          <a:p>
            <a:r>
              <a:rPr lang="it-IT" dirty="0"/>
              <a:t>Raggruppare clienti con comportamenti simili:</a:t>
            </a:r>
          </a:p>
          <a:p>
            <a:pPr lvl="1"/>
            <a:r>
              <a:rPr lang="it-IT" dirty="0"/>
              <a:t>Abitudini di acquisto </a:t>
            </a:r>
          </a:p>
          <a:p>
            <a:pPr lvl="1"/>
            <a:r>
              <a:rPr lang="it-IT" dirty="0"/>
              <a:t>Età </a:t>
            </a:r>
          </a:p>
          <a:p>
            <a:pPr lvl="1"/>
            <a:r>
              <a:rPr lang="it-IT" dirty="0"/>
              <a:t>Interessi </a:t>
            </a:r>
          </a:p>
          <a:p>
            <a:pPr lvl="1"/>
            <a:r>
              <a:rPr lang="it-IT" dirty="0"/>
              <a:t>Frequenza degli ordini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35ADB-0004-D6BE-26F6-2F703331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998" y="1515643"/>
            <a:ext cx="3553321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4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1AD9-03BA-276F-A1C1-5B38B67B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Funzione Obiettivo nel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11B9-AB8D-ACA8-D897-9BCEC7D84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dirty="0"/>
              <a:t>La funzione obiettivo (</a:t>
            </a:r>
            <a:r>
              <a:rPr lang="it-IT" i="1" dirty="0"/>
              <a:t>objective function</a:t>
            </a:r>
            <a:r>
              <a:rPr lang="it-IT" dirty="0"/>
              <a:t>) è la funzione matematica che un algoritmo di Machine Learning cerca di ottimizzare durante l’addestramento del modello.</a:t>
            </a:r>
          </a:p>
          <a:p>
            <a:pPr marL="0" indent="0">
              <a:buNone/>
            </a:pPr>
            <a:r>
              <a:rPr lang="it-IT" dirty="0"/>
              <a:t>L’obiettivo può essere:</a:t>
            </a:r>
          </a:p>
          <a:p>
            <a:r>
              <a:rPr lang="it-IT" dirty="0"/>
              <a:t>Minimizzare un errore </a:t>
            </a:r>
          </a:p>
          <a:p>
            <a:r>
              <a:rPr lang="it-IT" dirty="0"/>
              <a:t>Massimizzare una ricompensa </a:t>
            </a:r>
          </a:p>
          <a:p>
            <a:r>
              <a:rPr lang="it-IT" dirty="0"/>
              <a:t>Migliorare l’accuratezza delle previsioni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r>
              <a:rPr lang="it-IT" dirty="0"/>
              <a:t>Durante il training, il modello effettua delle predizioni sui dati.</a:t>
            </a:r>
          </a:p>
          <a:p>
            <a:r>
              <a:rPr lang="it-IT" dirty="0"/>
              <a:t>La funzione obiettivo misura quanto queste predizioni siano corrette o errate.</a:t>
            </a:r>
          </a:p>
          <a:p>
            <a:r>
              <a:rPr lang="it-IT" dirty="0"/>
              <a:t>L’algoritmo modifica progressivamente i propri parametri per migliorare il risultato della funzione.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432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8ADA-A6A5-31D2-96BF-2F9F72A2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Regressione</a:t>
            </a:r>
            <a:r>
              <a:rPr lang="en-US" dirty="0"/>
              <a:t> Logistica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3C969-6D2E-EB02-4D68-9F211536A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regressione logistica (</a:t>
            </a:r>
            <a:r>
              <a:rPr lang="it-IT" i="1" dirty="0"/>
              <a:t>Logistic Regression</a:t>
            </a:r>
            <a:r>
              <a:rPr lang="it-IT" dirty="0"/>
              <a:t>) è un algoritmo di Machine Learning supervisionato utilizzato per problemi di classificazione.</a:t>
            </a:r>
          </a:p>
          <a:p>
            <a:r>
              <a:rPr lang="it-IT" dirty="0"/>
              <a:t>Nonostante il nome “regressione”, viene usata principalmente per prevedere categorie o classi, soprattutto nei problemi binari.</a:t>
            </a:r>
          </a:p>
          <a:p>
            <a:r>
              <a:rPr lang="it-IT" dirty="0"/>
              <a:t>L’obiettivo della regressione logistica è stimare la probabilità che un dato appartenga ad una determinata classe.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6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C155-99C7-9112-A26E-9D0592AD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Regressione</a:t>
            </a:r>
            <a:r>
              <a:rPr lang="en-US" dirty="0"/>
              <a:t> Logistica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4F923-10E0-6A0A-2DD7-BE772EBD9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Come </a:t>
                </a:r>
                <a:r>
                  <a:rPr lang="en-US" b="1" dirty="0" err="1"/>
                  <a:t>funziona</a:t>
                </a:r>
                <a:endParaRPr lang="en-US" b="1" dirty="0"/>
              </a:p>
              <a:p>
                <a:r>
                  <a:rPr lang="en-US" dirty="0" err="1"/>
                  <a:t>L’algoritmo</a:t>
                </a:r>
                <a:r>
                  <a:rPr lang="en-US" dirty="0"/>
                  <a:t> </a:t>
                </a:r>
                <a:r>
                  <a:rPr lang="en-US" dirty="0" err="1"/>
                  <a:t>calcola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probabilità</a:t>
                </a:r>
                <a:r>
                  <a:rPr lang="en-US" dirty="0"/>
                  <a:t> </a:t>
                </a:r>
                <a:r>
                  <a:rPr lang="en-US" dirty="0" err="1"/>
                  <a:t>compresa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0 e 1.</a:t>
                </a:r>
              </a:p>
              <a:p>
                <a:r>
                  <a:rPr lang="en-US" dirty="0"/>
                  <a:t>Per </a:t>
                </a:r>
                <a:r>
                  <a:rPr lang="en-US" dirty="0" err="1"/>
                  <a:t>farlo</a:t>
                </a:r>
                <a:r>
                  <a:rPr lang="en-US" dirty="0"/>
                  <a:t> </a:t>
                </a:r>
                <a:r>
                  <a:rPr lang="en-US" dirty="0" err="1"/>
                  <a:t>utilizza</a:t>
                </a:r>
                <a:r>
                  <a:rPr lang="en-US" dirty="0"/>
                  <a:t> la </a:t>
                </a:r>
                <a:r>
                  <a:rPr lang="en-US" dirty="0" err="1"/>
                  <a:t>funzione</a:t>
                </a:r>
                <a:r>
                  <a:rPr lang="en-US" dirty="0"/>
                  <a:t> </a:t>
                </a:r>
                <a:r>
                  <a:rPr lang="en-US" dirty="0" err="1"/>
                  <a:t>sigmoide</a:t>
                </a:r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La </a:t>
                </a:r>
                <a:r>
                  <a:rPr lang="en-US" dirty="0" err="1"/>
                  <a:t>sigmoide</a:t>
                </a:r>
                <a:r>
                  <a:rPr lang="en-US" dirty="0"/>
                  <a:t> </a:t>
                </a:r>
                <a:r>
                  <a:rPr lang="en-US" dirty="0" err="1"/>
                  <a:t>trasforma</a:t>
                </a:r>
                <a:r>
                  <a:rPr lang="en-US" dirty="0"/>
                  <a:t> </a:t>
                </a:r>
                <a:r>
                  <a:rPr lang="en-US" dirty="0" err="1"/>
                  <a:t>qualsiasi</a:t>
                </a:r>
                <a:r>
                  <a:rPr lang="en-US" dirty="0"/>
                  <a:t> </a:t>
                </a:r>
                <a:r>
                  <a:rPr lang="en-US" dirty="0" err="1"/>
                  <a:t>valore</a:t>
                </a:r>
                <a:r>
                  <a:rPr lang="en-US" dirty="0"/>
                  <a:t> </a:t>
                </a:r>
                <a:r>
                  <a:rPr lang="en-US" dirty="0" err="1"/>
                  <a:t>numerico</a:t>
                </a:r>
                <a:r>
                  <a:rPr lang="en-US" dirty="0"/>
                  <a:t> in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probabilità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it-IT" b="1" dirty="0"/>
                  <a:t>Decisione finale</a:t>
                </a:r>
              </a:p>
              <a:p>
                <a:r>
                  <a:rPr lang="it-IT" dirty="0"/>
                  <a:t>Una volta ottenuta la probabilità:</a:t>
                </a:r>
              </a:p>
              <a:p>
                <a:r>
                  <a:rPr lang="it-IT" dirty="0"/>
                  <a:t>Se il valore è maggiore di una soglia (es. 0.5), il dato viene assegnato alla classe positiva. </a:t>
                </a:r>
              </a:p>
              <a:p>
                <a:r>
                  <a:rPr lang="it-IT" dirty="0"/>
                  <a:t>Altrimenti viene assegnato alla classe negativa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Il </a:t>
                </a:r>
                <a:r>
                  <a:rPr lang="en-US" dirty="0" err="1"/>
                  <a:t>modello</a:t>
                </a:r>
                <a:r>
                  <a:rPr lang="en-US" dirty="0"/>
                  <a:t> </a:t>
                </a:r>
                <a:r>
                  <a:rPr lang="en-US" dirty="0" err="1"/>
                  <a:t>utilizza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combinazione</a:t>
                </a:r>
                <a:r>
                  <a:rPr lang="en-US" dirty="0"/>
                  <a:t> </a:t>
                </a:r>
                <a:r>
                  <a:rPr lang="en-US" dirty="0" err="1"/>
                  <a:t>lineare</a:t>
                </a:r>
                <a:r>
                  <a:rPr lang="en-US" dirty="0"/>
                  <a:t> </a:t>
                </a:r>
                <a:r>
                  <a:rPr lang="en-US" dirty="0" err="1"/>
                  <a:t>delle</a:t>
                </a:r>
                <a:r>
                  <a:rPr lang="en-US" dirty="0"/>
                  <a:t> feature.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Dove: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feature di input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 err="1"/>
                  <a:t>pesi</a:t>
                </a:r>
                <a:r>
                  <a:rPr lang="en-US" dirty="0"/>
                  <a:t> del </a:t>
                </a:r>
                <a:r>
                  <a:rPr lang="en-US" dirty="0" err="1"/>
                  <a:t>modello</a:t>
                </a:r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= bias </a:t>
                </a:r>
              </a:p>
              <a:p>
                <a:pPr marL="0" indent="0">
                  <a:buNone/>
                </a:pPr>
                <a:r>
                  <a:rPr lang="en-US" dirty="0"/>
                  <a:t>Il </a:t>
                </a:r>
                <a:r>
                  <a:rPr lang="en-US" dirty="0" err="1"/>
                  <a:t>risultato</a:t>
                </a:r>
                <a:r>
                  <a:rPr lang="en-US" dirty="0"/>
                  <a:t> </a:t>
                </a:r>
                <a:r>
                  <a:rPr lang="en-US" dirty="0" err="1"/>
                  <a:t>viene</a:t>
                </a:r>
                <a:r>
                  <a:rPr lang="en-US" dirty="0"/>
                  <a:t> poi </a:t>
                </a:r>
                <a:r>
                  <a:rPr lang="en-US" dirty="0" err="1"/>
                  <a:t>passato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</a:t>
                </a:r>
                <a:r>
                  <a:rPr lang="en-US" dirty="0" err="1"/>
                  <a:t>funzione</a:t>
                </a:r>
                <a:r>
                  <a:rPr lang="en-US" dirty="0"/>
                  <a:t> </a:t>
                </a:r>
                <a:r>
                  <a:rPr lang="en-US" dirty="0" err="1"/>
                  <a:t>sigmoide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4F923-10E0-6A0A-2DD7-BE772EBD9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434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7F404-6591-DDF4-68AD-5AA5715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Regressione</a:t>
            </a:r>
            <a:r>
              <a:rPr lang="en-US" dirty="0"/>
              <a:t> Logistica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C30799-7A50-12BF-8F98-D42030DF7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931" y="1628523"/>
            <a:ext cx="5830114" cy="3600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F3CFA2-534E-4171-D2F5-5CE95A806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066" y="3654028"/>
            <a:ext cx="6011114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64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33EA-5C97-529D-BB59-5E8C565B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A371E-9D57-0507-ADF8-43BF7EB48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it-IT" b="1" dirty="0"/>
                  <a:t>Come funziona</a:t>
                </a:r>
              </a:p>
              <a:p>
                <a:r>
                  <a:rPr lang="it-IT" dirty="0"/>
                  <a:t>La SVM cerca di trovare un iperpiano (</a:t>
                </a:r>
                <a:r>
                  <a:rPr lang="it-IT" i="1" dirty="0"/>
                  <a:t>hyperplane</a:t>
                </a:r>
                <a:r>
                  <a:rPr lang="it-IT" dirty="0"/>
                  <a:t>) che separi le classi massimizzando la distanza tra esse.</a:t>
                </a:r>
              </a:p>
              <a:p>
                <a:r>
                  <a:rPr lang="it-IT" dirty="0"/>
                  <a:t>Gli elementi più vicini al confine di separazione vengono chiamati </a:t>
                </a:r>
                <a:r>
                  <a:rPr lang="it-IT" i="1" dirty="0"/>
                  <a:t>Support Vectors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br>
                  <a:rPr lang="it-IT" dirty="0"/>
                </a:b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Iperpiano di separazione</a:t>
                </a:r>
              </a:p>
              <a:p>
                <a:r>
                  <a:rPr lang="it-IT" dirty="0"/>
                  <a:t>In uno spazio bidimensionale, l’iperpiano è una linea che divide i dati.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Dove: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it-IT" dirty="0"/>
                  <a:t>= vettore dei pesi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= vettore delle feature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it-IT" dirty="0"/>
                  <a:t>= bias </a:t>
                </a:r>
              </a:p>
              <a:p>
                <a:pPr marL="0" indent="0">
                  <a:buNone/>
                </a:pPr>
                <a:br>
                  <a:rPr lang="it-IT" dirty="0"/>
                </a:b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Margine massimo</a:t>
                </a:r>
              </a:p>
              <a:p>
                <a:r>
                  <a:rPr lang="it-IT" dirty="0"/>
                  <a:t>La SVM non cerca solo una separazione corretta, ma anche quella con il margine massimo.</a:t>
                </a:r>
              </a:p>
              <a:p>
                <a:r>
                  <a:rPr lang="it-IT" dirty="0"/>
                  <a:t>Un margine più ampio rende il modello più robusto e capace di generalizzare meglio su nuovi dati.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A371E-9D57-0507-ADF8-43BF7EB48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436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3510-2BDA-DBA3-579B-98519D00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EC36B-FE29-7297-114A-5803362A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771" y="2332284"/>
            <a:ext cx="6001588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92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A947-9B2B-67F2-E84D-2A74C527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2D34-F3E8-0E9C-E773-8A86AE220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/>
              <a:t>I Decision Trees (</a:t>
            </a:r>
            <a:r>
              <a:rPr lang="it-IT" i="1" dirty="0"/>
              <a:t>Alberi Decisionali</a:t>
            </a:r>
            <a:r>
              <a:rPr lang="it-IT" dirty="0"/>
              <a:t>) sono algoritmi di Machine Learning supervisionato utilizzati per problemi di classificazione e regressione.</a:t>
            </a:r>
            <a:br>
              <a:rPr lang="it-IT" dirty="0"/>
            </a:br>
            <a:r>
              <a:rPr lang="it-IT" dirty="0"/>
              <a:t>Il modello prende decisioni attraverso una struttura ad albero composta da nodi e rami.</a:t>
            </a:r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r>
              <a:rPr lang="it-IT" dirty="0"/>
              <a:t>Un Decision Tree suddivide progressivamente i dati in gruppi sempre più omogenei, ponendo domande sulle caratteristiche dei dati.</a:t>
            </a:r>
          </a:p>
          <a:p>
            <a:r>
              <a:rPr lang="it-IT" dirty="0"/>
              <a:t>Ogni nodo rappresenta una decisione basata su una feature.</a:t>
            </a:r>
          </a:p>
          <a:p>
            <a:r>
              <a:rPr lang="it-IT" dirty="0"/>
              <a:t>Ogni ramo rappresenta il risultato della decisione.</a:t>
            </a:r>
          </a:p>
          <a:p>
            <a:r>
              <a:rPr lang="it-IT" dirty="0"/>
              <a:t>Le foglie finali contengono la classe o il valore previsto.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b="1" dirty="0"/>
              <a:t>Struttura di un albero</a:t>
            </a:r>
          </a:p>
          <a:p>
            <a:r>
              <a:rPr lang="it-IT" dirty="0"/>
              <a:t>Nodo radice (</a:t>
            </a:r>
            <a:r>
              <a:rPr lang="it-IT" i="1" dirty="0"/>
              <a:t>Root Node</a:t>
            </a:r>
            <a:r>
              <a:rPr lang="it-IT" dirty="0"/>
              <a:t>) </a:t>
            </a:r>
          </a:p>
          <a:p>
            <a:pPr lvl="1"/>
            <a:r>
              <a:rPr lang="it-IT" dirty="0"/>
              <a:t>Punto iniziale dell’albero </a:t>
            </a:r>
          </a:p>
          <a:p>
            <a:r>
              <a:rPr lang="it-IT" dirty="0"/>
              <a:t>Nodi interni </a:t>
            </a:r>
          </a:p>
          <a:p>
            <a:pPr lvl="1"/>
            <a:r>
              <a:rPr lang="it-IT" dirty="0"/>
              <a:t>Contengono regole decisionali </a:t>
            </a:r>
          </a:p>
          <a:p>
            <a:r>
              <a:rPr lang="it-IT" dirty="0"/>
              <a:t>Foglie (</a:t>
            </a:r>
            <a:r>
              <a:rPr lang="it-IT" i="1" dirty="0"/>
              <a:t>Leaf Nodes</a:t>
            </a:r>
            <a:r>
              <a:rPr lang="it-IT" dirty="0"/>
              <a:t>) </a:t>
            </a:r>
          </a:p>
          <a:p>
            <a:pPr lvl="1"/>
            <a:r>
              <a:rPr lang="it-IT" dirty="0"/>
              <a:t>Contengono il risultato finale </a:t>
            </a:r>
          </a:p>
        </p:txBody>
      </p:sp>
    </p:spTree>
    <p:extLst>
      <p:ext uri="{BB962C8B-B14F-4D97-AF65-F5344CB8AC3E}">
        <p14:creationId xmlns:p14="http://schemas.microsoft.com/office/powerpoint/2010/main" val="279976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D279-7774-72F8-2C9B-8BE0646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688EB3-E67F-19CC-7797-4EB3D73722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73460" cy="4351338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Esempio semplice</a:t>
                </a:r>
              </a:p>
              <a:p>
                <a:pPr marL="0" indent="0">
                  <a:buNone/>
                </a:pPr>
                <a:r>
                  <a:rPr lang="it-IT" dirty="0"/>
                  <a:t>Età &gt; 18?</a:t>
                </a:r>
                <a:br>
                  <a:rPr lang="it-IT" dirty="0"/>
                </a:br>
                <a:r>
                  <a:rPr lang="it-IT" dirty="0"/>
                  <a:t> ├── Sì  → Accesso consentito</a:t>
                </a:r>
                <a:br>
                  <a:rPr lang="it-IT" dirty="0"/>
                </a:br>
                <a:r>
                  <a:rPr lang="it-IT" dirty="0"/>
                  <a:t>  └── No  → Accesso negato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en-US" b="1" dirty="0" err="1"/>
                  <a:t>Obiettivo</a:t>
                </a:r>
                <a:r>
                  <a:rPr lang="en-US" b="1" dirty="0"/>
                  <a:t> del </a:t>
                </a:r>
                <a:r>
                  <a:rPr lang="en-US" b="1" dirty="0" err="1"/>
                  <a:t>modello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L’obiettivo</a:t>
                </a:r>
                <a:r>
                  <a:rPr lang="en-US" dirty="0"/>
                  <a:t> è </a:t>
                </a:r>
                <a:r>
                  <a:rPr lang="en-US" dirty="0" err="1"/>
                  <a:t>creare</a:t>
                </a:r>
                <a:r>
                  <a:rPr lang="en-US" dirty="0"/>
                  <a:t> </a:t>
                </a:r>
                <a:r>
                  <a:rPr lang="en-US" dirty="0" err="1"/>
                  <a:t>suddivisioni</a:t>
                </a:r>
                <a:r>
                  <a:rPr lang="en-US" dirty="0"/>
                  <a:t> </a:t>
                </a:r>
                <a:r>
                  <a:rPr lang="en-US" dirty="0" err="1"/>
                  <a:t>dei</a:t>
                </a:r>
                <a:r>
                  <a:rPr lang="en-US" dirty="0"/>
                  <a:t> </a:t>
                </a:r>
                <a:r>
                  <a:rPr lang="en-US" dirty="0" err="1"/>
                  <a:t>dati</a:t>
                </a:r>
                <a:r>
                  <a:rPr lang="en-US" dirty="0"/>
                  <a:t>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separino</a:t>
                </a:r>
                <a:r>
                  <a:rPr lang="en-US" dirty="0"/>
                  <a:t> il </a:t>
                </a:r>
                <a:r>
                  <a:rPr lang="en-US" dirty="0" err="1"/>
                  <a:t>più</a:t>
                </a:r>
                <a:r>
                  <a:rPr lang="en-US" dirty="0"/>
                  <a:t> </a:t>
                </a:r>
                <a:r>
                  <a:rPr lang="en-US" dirty="0" err="1"/>
                  <a:t>possibile</a:t>
                </a:r>
                <a:r>
                  <a:rPr lang="en-US" dirty="0"/>
                  <a:t> le </a:t>
                </a:r>
                <a:r>
                  <a:rPr lang="en-US" dirty="0" err="1"/>
                  <a:t>classi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Per </a:t>
                </a:r>
                <a:r>
                  <a:rPr lang="en-US" dirty="0" err="1"/>
                  <a:t>scegliere</a:t>
                </a:r>
                <a:r>
                  <a:rPr lang="en-US" dirty="0"/>
                  <a:t> le </a:t>
                </a:r>
                <a:r>
                  <a:rPr lang="en-US" dirty="0" err="1"/>
                  <a:t>migliori</a:t>
                </a:r>
                <a:r>
                  <a:rPr lang="en-US" dirty="0"/>
                  <a:t> </a:t>
                </a:r>
                <a:r>
                  <a:rPr lang="en-US" dirty="0" err="1"/>
                  <a:t>divisioni</a:t>
                </a:r>
                <a:r>
                  <a:rPr lang="en-US" dirty="0"/>
                  <a:t> </a:t>
                </a:r>
                <a:r>
                  <a:rPr lang="en-US" dirty="0" err="1"/>
                  <a:t>vengono</a:t>
                </a:r>
                <a:r>
                  <a:rPr lang="en-US" dirty="0"/>
                  <a:t> </a:t>
                </a:r>
                <a:r>
                  <a:rPr lang="en-US" dirty="0" err="1"/>
                  <a:t>utilizzate</a:t>
                </a:r>
                <a:r>
                  <a:rPr lang="en-US" dirty="0"/>
                  <a:t> </a:t>
                </a:r>
                <a:r>
                  <a:rPr lang="en-US" dirty="0" err="1"/>
                  <a:t>metriche</a:t>
                </a:r>
                <a:r>
                  <a:rPr lang="en-US" dirty="0"/>
                  <a:t> come:</a:t>
                </a:r>
              </a:p>
              <a:p>
                <a:r>
                  <a:rPr lang="en-US" dirty="0"/>
                  <a:t>Entropy </a:t>
                </a:r>
              </a:p>
              <a:p>
                <a:r>
                  <a:rPr lang="en-US" dirty="0"/>
                  <a:t>Information Gain </a:t>
                </a:r>
              </a:p>
              <a:p>
                <a:r>
                  <a:rPr lang="en-US" dirty="0"/>
                  <a:t>Gini Impurity </a:t>
                </a:r>
              </a:p>
              <a:p>
                <a:pPr marL="0" indent="0">
                  <a:buNone/>
                </a:pPr>
                <a:br>
                  <a:rPr lang="en-US" b="1" dirty="0"/>
                </a:br>
                <a:r>
                  <a:rPr lang="en-US" b="1" dirty="0"/>
                  <a:t>Gini Impurity</a:t>
                </a:r>
              </a:p>
              <a:p>
                <a:pPr marL="0" indent="0">
                  <a:buNone/>
                </a:pPr>
                <a:r>
                  <a:rPr lang="en-US" dirty="0"/>
                  <a:t>Una </a:t>
                </a:r>
                <a:r>
                  <a:rPr lang="en-US" dirty="0" err="1"/>
                  <a:t>misura</a:t>
                </a:r>
                <a:r>
                  <a:rPr lang="en-US" dirty="0"/>
                  <a:t> </a:t>
                </a:r>
                <a:r>
                  <a:rPr lang="en-US" dirty="0" err="1"/>
                  <a:t>comune</a:t>
                </a:r>
                <a:r>
                  <a:rPr lang="en-US" dirty="0"/>
                  <a:t> </a:t>
                </a:r>
                <a:r>
                  <a:rPr lang="en-US" dirty="0" err="1"/>
                  <a:t>utilizzata</a:t>
                </a:r>
                <a:r>
                  <a:rPr lang="en-US" dirty="0"/>
                  <a:t> </a:t>
                </a:r>
                <a:r>
                  <a:rPr lang="en-US" dirty="0" err="1"/>
                  <a:t>nei</a:t>
                </a:r>
                <a:r>
                  <a:rPr lang="en-US" dirty="0"/>
                  <a:t> Decision Trees è la Gini Impurity.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Dove: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 err="1"/>
                  <a:t>probabilità</a:t>
                </a:r>
                <a:r>
                  <a:rPr lang="en-US" dirty="0"/>
                  <a:t> </a:t>
                </a:r>
                <a:r>
                  <a:rPr lang="en-US" dirty="0" err="1"/>
                  <a:t>della</a:t>
                </a:r>
                <a:r>
                  <a:rPr lang="en-US" dirty="0"/>
                  <a:t> </a:t>
                </a:r>
                <a:r>
                  <a:rPr lang="en-US" dirty="0" err="1"/>
                  <a:t>classe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Valori </a:t>
                </a:r>
                <a:r>
                  <a:rPr lang="en-US" dirty="0" err="1"/>
                  <a:t>bassi</a:t>
                </a:r>
                <a:r>
                  <a:rPr lang="en-US" dirty="0"/>
                  <a:t> </a:t>
                </a:r>
                <a:r>
                  <a:rPr lang="en-US" dirty="0" err="1"/>
                  <a:t>indicano</a:t>
                </a:r>
                <a:r>
                  <a:rPr lang="en-US" dirty="0"/>
                  <a:t> </a:t>
                </a:r>
                <a:r>
                  <a:rPr lang="en-US" dirty="0" err="1"/>
                  <a:t>gruppi</a:t>
                </a:r>
                <a:r>
                  <a:rPr lang="en-US" dirty="0"/>
                  <a:t> </a:t>
                </a:r>
                <a:r>
                  <a:rPr lang="en-US" dirty="0" err="1"/>
                  <a:t>più</a:t>
                </a:r>
                <a:r>
                  <a:rPr lang="en-US" dirty="0"/>
                  <a:t> “puri”.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688EB3-E67F-19CC-7797-4EB3D7372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73460" cy="4351338"/>
              </a:xfrm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8325022-7B0C-898E-5BDC-52CE2D8CA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60" y="2022680"/>
            <a:ext cx="5315692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35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A349-9CCF-C760-55DA-27B059F7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Foreste</a:t>
            </a:r>
            <a:r>
              <a:rPr lang="en-US" dirty="0"/>
              <a:t> </a:t>
            </a:r>
            <a:r>
              <a:rPr lang="en-US" dirty="0" err="1"/>
              <a:t>casuali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CF2E-0370-7B65-9AFA-02349AE74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7047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dirty="0"/>
              <a:t>Le Foreste Casuali (</a:t>
            </a:r>
            <a:r>
              <a:rPr lang="it-IT" i="1" dirty="0"/>
              <a:t>Random Forest</a:t>
            </a:r>
            <a:r>
              <a:rPr lang="it-IT" dirty="0"/>
              <a:t>) sono un algoritmo di Machine Learning supervisionato basato sull’utilizzo di molti alberi decisionali (</a:t>
            </a:r>
            <a:r>
              <a:rPr lang="it-IT" i="1" dirty="0"/>
              <a:t>Decision Trees</a:t>
            </a:r>
            <a:r>
              <a:rPr lang="it-IT" dirty="0"/>
              <a:t>).</a:t>
            </a:r>
          </a:p>
          <a:p>
            <a:pPr marL="0" indent="0">
              <a:buNone/>
            </a:pPr>
            <a:r>
              <a:rPr lang="it-IT" dirty="0"/>
              <a:t>L’idea principale è combinare più alberi per ottenere previsioni più accurate e robuste rispetto ad un singolo albero decisionale.</a:t>
            </a:r>
          </a:p>
          <a:p>
            <a:pPr marL="0" indent="0">
              <a:buNone/>
            </a:pPr>
            <a:r>
              <a:rPr lang="it-IT" b="1" dirty="0"/>
              <a:t>Come funziona</a:t>
            </a:r>
          </a:p>
          <a:p>
            <a:pPr marL="0" indent="0">
              <a:buNone/>
            </a:pPr>
            <a:r>
              <a:rPr lang="it-IT" dirty="0"/>
              <a:t>Una Random Forest costruisce numerosi alberi decisionali utilizzando:</a:t>
            </a:r>
          </a:p>
          <a:p>
            <a:r>
              <a:rPr lang="it-IT" dirty="0"/>
              <a:t>Sottoinsiemi casuali dei dati </a:t>
            </a:r>
          </a:p>
          <a:p>
            <a:r>
              <a:rPr lang="it-IT" dirty="0"/>
              <a:t>Sottoinsiemi casuali delle feature </a:t>
            </a:r>
          </a:p>
          <a:p>
            <a:pPr marL="0" indent="0">
              <a:buNone/>
            </a:pPr>
            <a:r>
              <a:rPr lang="it-IT" dirty="0"/>
              <a:t>Ogni albero produce una previsione indipendente.</a:t>
            </a:r>
          </a:p>
          <a:p>
            <a:pPr marL="0" indent="0">
              <a:buNone/>
            </a:pPr>
            <a:r>
              <a:rPr lang="it-IT" dirty="0"/>
              <a:t>Il risultato finale viene ottenuto combinando le previsioni di tutti gli alberi.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Vantaggi delle Random Forest</a:t>
            </a:r>
          </a:p>
          <a:p>
            <a:r>
              <a:rPr lang="it-IT" dirty="0"/>
              <a:t>Maggiore accuratezza rispetto ai singoli alberi </a:t>
            </a:r>
          </a:p>
          <a:p>
            <a:r>
              <a:rPr lang="it-IT" dirty="0"/>
              <a:t>Riduzione dell’overfitting </a:t>
            </a:r>
          </a:p>
          <a:p>
            <a:r>
              <a:rPr lang="it-IT" dirty="0"/>
              <a:t>Buona gestione di dataset complessi </a:t>
            </a:r>
          </a:p>
          <a:p>
            <a:r>
              <a:rPr lang="it-IT" dirty="0"/>
              <a:t>Funzionano bene con molte feature </a:t>
            </a:r>
          </a:p>
          <a:p>
            <a:r>
              <a:rPr lang="it-IT" dirty="0"/>
              <a:t>Resistenti al rumore nei dati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2ECC8-C534-8359-77B7-08D6C8F43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25" y="1690688"/>
            <a:ext cx="4477375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5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7FC5-8D1F-ABF7-C8D8-88CFDAB3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255C5A-9A29-83BC-AECB-F15BB0A44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Il K-Nearest Neighbors (</a:t>
                </a:r>
                <a:r>
                  <a:rPr lang="it-IT" i="1" dirty="0"/>
                  <a:t>KNN</a:t>
                </a:r>
                <a:r>
                  <a:rPr lang="it-IT" dirty="0"/>
                  <a:t>) è un algoritmo di Machine Learning supervisionato utilizzato per problemi di classificazione e regressione.</a:t>
                </a:r>
              </a:p>
              <a:p>
                <a:pPr marL="0" indent="0">
                  <a:buNone/>
                </a:pPr>
                <a:r>
                  <a:rPr lang="it-IT" dirty="0"/>
                  <a:t>L’idea principale è che elementi simili tendono ad appartenere alla stessa categoria.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Come funziona</a:t>
                </a:r>
              </a:p>
              <a:p>
                <a:pPr marL="0" indent="0">
                  <a:buNone/>
                </a:pPr>
                <a:r>
                  <a:rPr lang="it-IT" dirty="0"/>
                  <a:t>Quando viene presentato un nuovo dato:</a:t>
                </a:r>
              </a:p>
              <a:p>
                <a:r>
                  <a:rPr lang="it-IT" dirty="0"/>
                  <a:t>L’algoritmo calcola la distanza tra il nuovo punto e tutti gli altri dati del dataset. </a:t>
                </a:r>
              </a:p>
              <a:p>
                <a:r>
                  <a:rPr lang="it-IT" dirty="0"/>
                  <a:t>Seleziona 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dirty="0"/>
                  <a:t>elementi più vicini. </a:t>
                </a:r>
              </a:p>
              <a:p>
                <a:r>
                  <a:rPr lang="it-IT" dirty="0"/>
                  <a:t>Utilizza questi vicini per effettuare la previsione.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Nel caso della classificazione, il nuovo dato viene assegnato alla classe più frequente tra i vicini selezionati.</a:t>
                </a:r>
              </a:p>
              <a:p>
                <a:pPr marL="0" indent="0">
                  <a:buNone/>
                </a:pPr>
                <a:r>
                  <a:rPr lang="it-IT" dirty="0"/>
                  <a:t>Nel caso della regressione, il valore finale viene calcolato come media dei valori dei vicini.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255C5A-9A29-83BC-AECB-F15BB0A44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324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3542-EA1D-CC7B-C63F-4C51541E9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25A8D-BBF5-D400-F8B3-27D87C604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77635" cy="435133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dirty="0" err="1"/>
                  <a:t>Distanza</a:t>
                </a:r>
                <a:r>
                  <a:rPr lang="en-US" b="1" dirty="0"/>
                  <a:t> </a:t>
                </a:r>
                <a:r>
                  <a:rPr lang="en-US" b="1" dirty="0" err="1"/>
                  <a:t>Euclidea</a:t>
                </a:r>
                <a:endParaRPr lang="en-US" b="1" dirty="0"/>
              </a:p>
              <a:p>
                <a:r>
                  <a:rPr lang="en-US" dirty="0"/>
                  <a:t>La </a:t>
                </a:r>
                <a:r>
                  <a:rPr lang="en-US" dirty="0" err="1"/>
                  <a:t>metrica</a:t>
                </a:r>
                <a:r>
                  <a:rPr lang="en-US" dirty="0"/>
                  <a:t> </a:t>
                </a:r>
                <a:r>
                  <a:rPr lang="en-US" dirty="0" err="1"/>
                  <a:t>più</a:t>
                </a:r>
                <a:r>
                  <a:rPr lang="en-US" dirty="0"/>
                  <a:t> </a:t>
                </a:r>
                <a:r>
                  <a:rPr lang="en-US" dirty="0" err="1"/>
                  <a:t>utilizzata</a:t>
                </a:r>
                <a:r>
                  <a:rPr lang="en-US" dirty="0"/>
                  <a:t> è la </a:t>
                </a:r>
                <a:r>
                  <a:rPr lang="en-US" dirty="0" err="1"/>
                  <a:t>distanza</a:t>
                </a:r>
                <a:r>
                  <a:rPr lang="en-US" dirty="0"/>
                  <a:t> </a:t>
                </a:r>
                <a:r>
                  <a:rPr lang="en-US" dirty="0" err="1"/>
                  <a:t>euclidea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Dove: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coordinate del primo punto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coordinate del secondo punto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it-IT" b="1" dirty="0"/>
                  <a:t>Scelta del valore K</a:t>
                </a:r>
              </a:p>
              <a:p>
                <a:pPr marL="0" indent="0">
                  <a:buNone/>
                </a:pPr>
                <a:r>
                  <a:rPr lang="it-IT" dirty="0"/>
                  <a:t>Il parametro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dirty="0"/>
                  <a:t>indica il numero di vicini considerati.</a:t>
                </a:r>
              </a:p>
              <a:p>
                <a:pPr marL="0" indent="0">
                  <a:buNone/>
                </a:pPr>
                <a:endParaRPr lang="it-IT" b="1" dirty="0"/>
              </a:p>
              <a:p>
                <a:pPr marL="0" indent="0">
                  <a:buNone/>
                </a:pPr>
                <a:r>
                  <a:rPr lang="it-IT" b="1" dirty="0"/>
                  <a:t>K piccolo</a:t>
                </a:r>
              </a:p>
              <a:p>
                <a:r>
                  <a:rPr lang="it-IT" dirty="0"/>
                  <a:t>Più sensibile al rumore </a:t>
                </a:r>
              </a:p>
              <a:p>
                <a:r>
                  <a:rPr lang="it-IT" dirty="0"/>
                  <a:t>Rischio di overfitting </a:t>
                </a:r>
              </a:p>
              <a:p>
                <a:pPr marL="0" indent="0">
                  <a:buNone/>
                </a:pPr>
                <a:r>
                  <a:rPr lang="it-IT" b="1" dirty="0"/>
                  <a:t>K grande</a:t>
                </a:r>
              </a:p>
              <a:p>
                <a:r>
                  <a:rPr lang="it-IT" dirty="0"/>
                  <a:t>Modello più stabile </a:t>
                </a:r>
              </a:p>
              <a:p>
                <a:r>
                  <a:rPr lang="it-IT" dirty="0"/>
                  <a:t>Possibile perdita di precisione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25A8D-BBF5-D400-F8B3-27D87C604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77635" cy="4351338"/>
              </a:xfrm>
              <a:blipFill>
                <a:blip r:embed="rId2"/>
                <a:stretch>
                  <a:fillRect l="-17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D4B6AA-DE90-B614-852E-9A3F47332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774" y="2755772"/>
            <a:ext cx="1876687" cy="48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92A3E-2807-81C9-E82E-45B0EDDF1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510" y="1690688"/>
            <a:ext cx="3038899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16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503F-557A-B166-5AB5-74B304E3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8888C-3D05-C834-8B20-FA5018E49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K-Means è uno degli algoritmi di clustering più utilizzati nel Machine Learning.</a:t>
                </a:r>
              </a:p>
              <a:p>
                <a:pPr marL="0" indent="0">
                  <a:buNone/>
                </a:pPr>
                <a:r>
                  <a:rPr lang="it-IT" dirty="0"/>
                  <a:t>Appartiene alle tecniche di apprendimento non supervisionato e serve a raggruppare dati simili in cluster.</a:t>
                </a:r>
              </a:p>
              <a:p>
                <a:pPr marL="0" indent="0">
                  <a:buNone/>
                </a:pPr>
                <a:r>
                  <a:rPr lang="it-IT" dirty="0"/>
                  <a:t>L’obiettivo di K-Means è dividere i dati in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dirty="0"/>
                  <a:t>gruppi distinti, in modo che gli elementi dello stesso cluster siano il più simili possibile tra loro.</a:t>
                </a:r>
              </a:p>
              <a:p>
                <a:pPr marL="0" indent="0">
                  <a:buNone/>
                </a:pPr>
                <a:r>
                  <a:rPr lang="it-IT" dirty="0"/>
                  <a:t>Ogni cluster possiede un punto centrale chiamato </a:t>
                </a:r>
                <a:r>
                  <a:rPr lang="it-IT" i="1" dirty="0"/>
                  <a:t>centroide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Il </a:t>
                </a:r>
                <a:r>
                  <a:rPr lang="en-US" dirty="0" err="1"/>
                  <a:t>centroide</a:t>
                </a:r>
                <a:r>
                  <a:rPr lang="en-US" dirty="0"/>
                  <a:t> </a:t>
                </a:r>
                <a:r>
                  <a:rPr lang="en-US" dirty="0" err="1"/>
                  <a:t>rappresenta</a:t>
                </a:r>
                <a:r>
                  <a:rPr lang="en-US" dirty="0"/>
                  <a:t> la media </a:t>
                </a:r>
                <a:r>
                  <a:rPr lang="en-US" dirty="0" err="1"/>
                  <a:t>dei</a:t>
                </a:r>
                <a:r>
                  <a:rPr lang="en-US" dirty="0"/>
                  <a:t> </a:t>
                </a:r>
                <a:r>
                  <a:rPr lang="en-US" dirty="0" err="1"/>
                  <a:t>punti</a:t>
                </a:r>
                <a:r>
                  <a:rPr lang="en-US" dirty="0"/>
                  <a:t> </a:t>
                </a:r>
                <a:r>
                  <a:rPr lang="en-US" dirty="0" err="1"/>
                  <a:t>appartenenti</a:t>
                </a:r>
                <a:r>
                  <a:rPr lang="en-US" dirty="0"/>
                  <a:t> al cluster.</a:t>
                </a:r>
              </a:p>
              <a:p>
                <a:pPr marL="0" indent="0">
                  <a:buNone/>
                </a:pPr>
                <a:r>
                  <a:rPr lang="it-IT" dirty="0"/>
                  <a:t>Per assegnare i punti ai cluster viene spesso utilizzata la distanza euclidea.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L’algoritmo segue questi passaggi:</a:t>
                </a:r>
              </a:p>
              <a:p>
                <a:r>
                  <a:rPr lang="it-IT" dirty="0"/>
                  <a:t>Scelta del numero di cluster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it-IT" dirty="0"/>
              </a:p>
              <a:p>
                <a:r>
                  <a:rPr lang="it-IT" dirty="0"/>
                  <a:t>Inizializzazione casuale dei centroidi </a:t>
                </a:r>
              </a:p>
              <a:p>
                <a:r>
                  <a:rPr lang="it-IT" dirty="0"/>
                  <a:t>Assegnazione dei punti al centroide più vicino </a:t>
                </a:r>
              </a:p>
              <a:p>
                <a:r>
                  <a:rPr lang="it-IT" dirty="0"/>
                  <a:t>Aggiornamento dei centroidi </a:t>
                </a:r>
              </a:p>
              <a:p>
                <a:r>
                  <a:rPr lang="it-IT" dirty="0"/>
                  <a:t>Ripetizione del processo fino alla convergenza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8888C-3D05-C834-8B20-FA5018E49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4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EFE96D9-2D53-9739-8C52-361F45F77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01" y="2958632"/>
            <a:ext cx="303889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61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DA02-1AC0-15D3-C142-DA13DA34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Gerarchico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3655E-9C83-9D4E-47BC-48BF36B76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Il clustering gerarchico (</a:t>
                </a:r>
                <a:r>
                  <a:rPr lang="it-IT" i="1" dirty="0"/>
                  <a:t>Hierarchical Clustering</a:t>
                </a:r>
                <a:r>
                  <a:rPr lang="it-IT" dirty="0"/>
                  <a:t>) è una tecnica di apprendimento non supervisionato che organizza i dati in una struttura gerarchica di cluster.</a:t>
                </a:r>
                <a:br>
                  <a:rPr lang="it-IT" dirty="0"/>
                </a:br>
                <a:r>
                  <a:rPr lang="it-IT" dirty="0"/>
                  <a:t>L’obiettivo è creare gruppi di elementi simili costruendo una gerarchia ad albero chiamata </a:t>
                </a:r>
                <a:r>
                  <a:rPr lang="it-IT" i="1" dirty="0"/>
                  <a:t>dendrogramma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it-IT" dirty="0"/>
                  <a:t>L’algoritmo misura la distanza tra gli elementi e li raggruppa progressivamente in cluster sempre più grandi oppure più piccoli.</a:t>
                </a:r>
              </a:p>
              <a:p>
                <a:pPr marL="0" indent="0">
                  <a:buNone/>
                </a:pPr>
                <a:r>
                  <a:rPr lang="it-IT" dirty="0"/>
                  <a:t>Il risultato finale è una struttura ad albero che mostra le relazioni tra i dati.</a:t>
                </a:r>
                <a:br>
                  <a:rPr lang="it-IT" dirty="0"/>
                </a:b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Vantaggi</a:t>
                </a:r>
              </a:p>
              <a:p>
                <a:r>
                  <a:rPr lang="it-IT" dirty="0"/>
                  <a:t>Non richiede di scegliere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dirty="0"/>
                  <a:t>inizialmente </a:t>
                </a:r>
              </a:p>
              <a:p>
                <a:r>
                  <a:rPr lang="it-IT" dirty="0"/>
                  <a:t>Produzione di strutture gerarchiche interpretabili </a:t>
                </a:r>
              </a:p>
              <a:p>
                <a:r>
                  <a:rPr lang="it-IT" dirty="0"/>
                  <a:t>Utile per analisi esplorative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3655E-9C83-9D4E-47BC-48BF36B76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911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7D31-C9B2-461B-616F-9A547979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Gerarchico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2BA98A-71CF-AAFB-BBD2-48509534C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7579" y="2385166"/>
            <a:ext cx="3286584" cy="3429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01932-4534-035C-3ADB-B3B9A4B2E9DB}"/>
              </a:ext>
            </a:extLst>
          </p:cNvPr>
          <p:cNvSpPr txBox="1"/>
          <p:nvPr/>
        </p:nvSpPr>
        <p:spPr>
          <a:xfrm>
            <a:off x="1356422" y="221389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Agglomerativo (Bottom-Up)</a:t>
            </a:r>
          </a:p>
          <a:p>
            <a:pPr>
              <a:buNone/>
            </a:pPr>
            <a:r>
              <a:rPr lang="it-IT" dirty="0"/>
              <a:t>Ogni elemento parte come cluster separato.</a:t>
            </a:r>
          </a:p>
          <a:p>
            <a:pPr>
              <a:buNone/>
            </a:pPr>
            <a:r>
              <a:rPr lang="it-IT" dirty="0"/>
              <a:t>Ad ogni iterazione: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vengono uniti i cluster più simili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il processo continua fino ad ottenere un unico cluster </a:t>
            </a:r>
          </a:p>
          <a:p>
            <a:pPr>
              <a:buNone/>
            </a:pPr>
            <a:r>
              <a:rPr lang="it-IT" dirty="0"/>
              <a:t>È il metodo più utilizzato.</a:t>
            </a:r>
          </a:p>
          <a:p>
            <a:pPr>
              <a:buNone/>
            </a:pPr>
            <a:br>
              <a:rPr lang="it-IT" dirty="0"/>
            </a:br>
            <a:endParaRPr lang="it-IT" dirty="0"/>
          </a:p>
          <a:p>
            <a:pPr>
              <a:buNone/>
            </a:pPr>
            <a:r>
              <a:rPr lang="it-IT" b="1" dirty="0"/>
              <a:t>Divisivo (Top-Down)</a:t>
            </a:r>
          </a:p>
          <a:p>
            <a:pPr>
              <a:buNone/>
            </a:pPr>
            <a:r>
              <a:rPr lang="it-IT" dirty="0"/>
              <a:t>Tutti gli elementi iniziano in un unico cluster.</a:t>
            </a:r>
          </a:p>
          <a:p>
            <a:pPr>
              <a:buNone/>
            </a:pPr>
            <a:r>
              <a:rPr lang="it-IT" dirty="0"/>
              <a:t>L’algoritmo divide progressivamente il gruppo in cluster più piccoli.</a:t>
            </a:r>
          </a:p>
        </p:txBody>
      </p:sp>
    </p:spTree>
    <p:extLst>
      <p:ext uri="{BB962C8B-B14F-4D97-AF65-F5344CB8AC3E}">
        <p14:creationId xmlns:p14="http://schemas.microsoft.com/office/powerpoint/2010/main" val="4055616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D2AE-899A-4DE5-EFE7-F8CD227A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1074D-A7F0-9F53-4133-F3D9E95E8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86718" cy="4351338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L’obiettivo di DBSCAN è individuare gruppi di punti molto vicini tra loro e separare automaticamente:</a:t>
                </a:r>
              </a:p>
              <a:p>
                <a:r>
                  <a:rPr lang="it-IT" dirty="0"/>
                  <a:t>cluster </a:t>
                </a:r>
              </a:p>
              <a:p>
                <a:r>
                  <a:rPr lang="it-IT" dirty="0"/>
                  <a:t>rumore (</a:t>
                </a:r>
                <a:r>
                  <a:rPr lang="it-IT" i="1" dirty="0"/>
                  <a:t>noise</a:t>
                </a:r>
                <a:r>
                  <a:rPr lang="it-IT" dirty="0"/>
                  <a:t>) </a:t>
                </a:r>
              </a:p>
              <a:p>
                <a:r>
                  <a:rPr lang="it-IT" dirty="0"/>
                  <a:t>outlier </a:t>
                </a:r>
              </a:p>
              <a:p>
                <a:pPr marL="0" indent="0">
                  <a:buNone/>
                </a:pPr>
                <a:br>
                  <a:rPr lang="it-IT" dirty="0"/>
                </a:b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Come funziona</a:t>
                </a:r>
              </a:p>
              <a:p>
                <a:r>
                  <a:rPr lang="it-IT" dirty="0"/>
                  <a:t>L’algoritmo analizza la densità dei punti nello spazio.</a:t>
                </a:r>
              </a:p>
              <a:p>
                <a:r>
                  <a:rPr lang="it-IT" dirty="0"/>
                  <a:t>Un gruppo viene considerato un cluster quando contiene abbastanza punti vicini tra loro.</a:t>
                </a:r>
              </a:p>
              <a:p>
                <a:pPr marL="0" indent="0">
                  <a:buNone/>
                </a:pPr>
                <a:br>
                  <a:rPr lang="it-IT" dirty="0"/>
                </a:br>
                <a:endParaRPr lang="it-IT" dirty="0"/>
              </a:p>
              <a:p>
                <a:pPr marL="0" indent="0">
                  <a:buNone/>
                </a:pPr>
                <a:r>
                  <a:rPr lang="it-IT" b="1" dirty="0"/>
                  <a:t>Parametri principali</a:t>
                </a:r>
              </a:p>
              <a:p>
                <a:pPr marL="0" indent="0">
                  <a:buNone/>
                </a:pPr>
                <a:r>
                  <a:rPr lang="it-IT" b="1" dirty="0"/>
                  <a:t>Epsilon (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it-IT" b="1" dirty="0"/>
                  <a:t>) </a:t>
                </a:r>
                <a:r>
                  <a:rPr lang="it-IT" dirty="0"/>
                  <a:t>Raggio massimo entro cui due punti sono considerati vicini.</a:t>
                </a:r>
              </a:p>
              <a:p>
                <a:pPr marL="0" indent="0">
                  <a:buNone/>
                </a:pPr>
                <a:r>
                  <a:rPr lang="it-IT" b="1" dirty="0"/>
                  <a:t>MinPts </a:t>
                </a:r>
                <a:r>
                  <a:rPr lang="it-IT" dirty="0"/>
                  <a:t>Numero minimo di punti necessari per formare un cluster.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1074D-A7F0-9F53-4133-F3D9E95E8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86718" cy="4351338"/>
              </a:xfrm>
              <a:blipFill>
                <a:blip r:embed="rId2"/>
                <a:stretch>
                  <a:fillRect l="-421" t="-1541" r="-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97B4C7-CBB8-ECDD-6548-71D39BCAE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773" y="2292786"/>
            <a:ext cx="3982006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92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CD4B-7BD5-6A0E-3402-1C9C472E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F70B-711A-2C41-DF4D-363464FEF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lezioni</a:t>
            </a:r>
            <a:r>
              <a:rPr lang="en-US" dirty="0"/>
              <a:t> </a:t>
            </a:r>
            <a:r>
              <a:rPr lang="en-US" dirty="0" err="1"/>
              <a:t>riprenderanno</a:t>
            </a:r>
            <a:r>
              <a:rPr lang="en-US" dirty="0"/>
              <a:t> alle 11.45</a:t>
            </a:r>
          </a:p>
        </p:txBody>
      </p:sp>
    </p:spTree>
    <p:extLst>
      <p:ext uri="{BB962C8B-B14F-4D97-AF65-F5344CB8AC3E}">
        <p14:creationId xmlns:p14="http://schemas.microsoft.com/office/powerpoint/2010/main" val="3510661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43D6-070F-7B4D-9252-E2E1ADDD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Neural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F8B1-535E-9B29-D166-A18280BB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Le Neural Networks (</a:t>
            </a:r>
            <a:r>
              <a:rPr lang="it-IT" i="1" dirty="0"/>
              <a:t>Reti Neurali Artificiali</a:t>
            </a:r>
            <a:r>
              <a:rPr lang="it-IT" dirty="0"/>
              <a:t>) sono modelli di Machine Learning ispirati al funzionamento del cervello umano.</a:t>
            </a:r>
          </a:p>
          <a:p>
            <a:pPr marL="0" indent="0">
              <a:buNone/>
            </a:pPr>
            <a:r>
              <a:rPr lang="it-IT" dirty="0"/>
              <a:t>Sono composte da unità chiamate neuroni artificiali, organizzati in livelli (</a:t>
            </a:r>
            <a:r>
              <a:rPr lang="it-IT" i="1" dirty="0"/>
              <a:t>layers</a:t>
            </a:r>
            <a:r>
              <a:rPr lang="it-IT" dirty="0"/>
              <a:t>), che collaborano per apprendere pattern e relazioni nei dati.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5FC4F-1450-8419-C038-A8FF6D432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34" y="3151188"/>
            <a:ext cx="5268060" cy="3229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2A655A-BD0A-4947-77EF-F43262B29B61}"/>
              </a:ext>
            </a:extLst>
          </p:cNvPr>
          <p:cNvSpPr txBox="1"/>
          <p:nvPr/>
        </p:nvSpPr>
        <p:spPr>
          <a:xfrm>
            <a:off x="6196208" y="3524961"/>
            <a:ext cx="48483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Una rete neurale è generalmente composta da: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Input Layer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Riceve i dati di ingresso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Hidden Layers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Elaborano le informazioni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Output Layer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Produce il risultato finale</a:t>
            </a:r>
          </a:p>
        </p:txBody>
      </p:sp>
    </p:spTree>
    <p:extLst>
      <p:ext uri="{BB962C8B-B14F-4D97-AF65-F5344CB8AC3E}">
        <p14:creationId xmlns:p14="http://schemas.microsoft.com/office/powerpoint/2010/main" val="1212246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8C05-8DA8-1558-C9A4-EA04B2BD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Neural Networks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9752B-A695-D607-7D12-E44C39D76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Ogni neurone riceve dati in ingresso, esegue calcoli matematici e produce un output.</a:t>
                </a:r>
              </a:p>
              <a:p>
                <a:pPr marL="0" indent="0">
                  <a:buNone/>
                </a:pPr>
                <a:r>
                  <a:rPr lang="it-IT" dirty="0"/>
                  <a:t>Le connessioni tra neuroni hanno dei pesi (</a:t>
                </a:r>
                <a:r>
                  <a:rPr lang="it-IT" i="1" dirty="0"/>
                  <a:t>weights</a:t>
                </a:r>
                <a:r>
                  <a:rPr lang="it-IT" dirty="0"/>
                  <a:t>) che vengono aggiornati durante l’addestramento.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 </a:t>
                </a:r>
                <a:r>
                  <a:rPr lang="en-US" dirty="0" err="1"/>
                  <a:t>neurone</a:t>
                </a:r>
                <a:r>
                  <a:rPr lang="en-US" dirty="0"/>
                  <a:t> </a:t>
                </a:r>
                <a:r>
                  <a:rPr lang="en-US" dirty="0" err="1"/>
                  <a:t>calcola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combinazione</a:t>
                </a:r>
                <a:r>
                  <a:rPr lang="en-US" dirty="0"/>
                  <a:t> </a:t>
                </a:r>
                <a:r>
                  <a:rPr lang="en-US" dirty="0" err="1"/>
                  <a:t>lineare</a:t>
                </a:r>
                <a:r>
                  <a:rPr lang="en-US" dirty="0"/>
                  <a:t> </a:t>
                </a:r>
                <a:r>
                  <a:rPr lang="en-US" dirty="0" err="1"/>
                  <a:t>degli</a:t>
                </a:r>
                <a:r>
                  <a:rPr lang="en-US" dirty="0"/>
                  <a:t> input.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Dove: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input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peso </a:t>
                </a:r>
                <a:r>
                  <a:rPr lang="en-US" dirty="0" err="1"/>
                  <a:t>associato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= bias</a:t>
                </a:r>
              </a:p>
              <a:p>
                <a:pPr marL="0" indent="0">
                  <a:buNone/>
                </a:pPr>
                <a:r>
                  <a:rPr lang="it-IT" dirty="0"/>
                  <a:t>Il risultato viene poi passato ad una funzione di attivazione.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it-IT" dirty="0"/>
                  <a:t>Una funzione molto utilizzata è la ReLU (</a:t>
                </a:r>
                <a:r>
                  <a:rPr lang="it-IT" i="1" dirty="0"/>
                  <a:t>Rectified Linear Unit</a:t>
                </a:r>
                <a:r>
                  <a:rPr lang="it-IT" dirty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>					f(x)=max(0,x)</a:t>
                </a: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Le funzioni di attivazione introducono non linearità nel modello.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9752B-A695-D607-7D12-E44C39D76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828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19E1-F87D-DEF9-84CA-3237376A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Neural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810F-1791-AE01-3428-808B1EE25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/>
              <a:t>La rete apprende modificando i pesi per ridurre l’errore.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Forward Propagation → Processo in cui i dati attraversano la rete neurale producendo una previsione.</a:t>
            </a:r>
          </a:p>
          <a:p>
            <a:pPr marL="0" indent="0">
              <a:buNone/>
            </a:pPr>
            <a:r>
              <a:rPr lang="it-IT" dirty="0"/>
              <a:t>Loss Function → Funzione che misura l’errore tra il valore previsto e quello reale.</a:t>
            </a:r>
          </a:p>
          <a:p>
            <a:pPr marL="0" indent="0">
              <a:buNone/>
            </a:pPr>
            <a:r>
              <a:rPr lang="it-IT" dirty="0"/>
              <a:t>Backpropagation → Algoritmo che aggiorna i pesi della rete propagando l’errore all’indietro.</a:t>
            </a:r>
          </a:p>
          <a:p>
            <a:pPr marL="0" indent="0">
              <a:buNone/>
            </a:pPr>
            <a:r>
              <a:rPr lang="it-IT" dirty="0"/>
              <a:t>Gradient Descent → Metodo di ottimizzazione che modifica i parametri per ridurre l’errore del modello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Deep Learning</a:t>
            </a:r>
          </a:p>
          <a:p>
            <a:pPr marL="0" indent="0">
              <a:buNone/>
            </a:pPr>
            <a:r>
              <a:rPr lang="it-IT" dirty="0"/>
              <a:t>Quando una rete contiene molti hidden layers si parla di </a:t>
            </a:r>
            <a:r>
              <a:rPr lang="it-IT" i="1" dirty="0"/>
              <a:t>Deep Neural Network</a:t>
            </a:r>
            <a:r>
              <a:rPr lang="it-IT" dirty="0"/>
              <a:t> o </a:t>
            </a:r>
            <a:r>
              <a:rPr lang="it-IT" i="1" dirty="0"/>
              <a:t>Deep Learning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Questi modelli sono molto efficaci su:</a:t>
            </a:r>
          </a:p>
          <a:p>
            <a:r>
              <a:rPr lang="it-IT" dirty="0"/>
              <a:t>Immagini </a:t>
            </a:r>
          </a:p>
          <a:p>
            <a:r>
              <a:rPr lang="it-IT" dirty="0"/>
              <a:t>Audio </a:t>
            </a:r>
          </a:p>
          <a:p>
            <a:r>
              <a:rPr lang="it-IT" dirty="0"/>
              <a:t>Testo </a:t>
            </a:r>
          </a:p>
          <a:p>
            <a:r>
              <a:rPr lang="it-IT" dirty="0"/>
              <a:t>Video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613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23DB-9A0A-C454-3543-B9646CFE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Neural Networks - </a:t>
            </a:r>
            <a:r>
              <a:rPr lang="en-US" dirty="0"/>
              <a:t>RNN e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5FDB-9A0C-7DDD-37FE-D26F4FC5D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sono due architetture avanzate di reti neurali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Sono progettate per affrontare problemi differenti: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Le CNN sono specializzate nell’analisi di immagini e dati spaziali. </a:t>
            </a:r>
          </a:p>
          <a:p>
            <a:r>
              <a:rPr lang="it-IT" dirty="0"/>
              <a:t>Le RNN sono progettate per dati sequenziali e temporali.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724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9CCA-850F-F652-35F1-C3F7F235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0215C-63B0-541A-0E7D-EFB46FF0C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Le CNN applicano filtri (</a:t>
                </a:r>
                <a:r>
                  <a:rPr lang="it-IT" i="1" dirty="0"/>
                  <a:t>kernel</a:t>
                </a:r>
                <a:r>
                  <a:rPr lang="it-IT" dirty="0"/>
                  <a:t>) sull’immagine per estrarre caratteristiche importanti.</a:t>
                </a:r>
              </a:p>
              <a:p>
                <a:pPr marL="0" indent="0">
                  <a:buNone/>
                </a:pPr>
                <a:r>
                  <a:rPr lang="it-IT" dirty="0"/>
                  <a:t>Ogni livello della rete apprende pattern sempre più complessi:</a:t>
                </a:r>
              </a:p>
              <a:p>
                <a:r>
                  <a:rPr lang="it-IT" dirty="0"/>
                  <a:t>Bordi </a:t>
                </a:r>
              </a:p>
              <a:p>
                <a:r>
                  <a:rPr lang="it-IT" dirty="0"/>
                  <a:t>Forme </a:t>
                </a:r>
              </a:p>
              <a:p>
                <a:r>
                  <a:rPr lang="it-IT" dirty="0"/>
                  <a:t>Oggetti </a:t>
                </a:r>
              </a:p>
              <a:p>
                <a:r>
                  <a:rPr lang="it-IT" dirty="0"/>
                  <a:t>Volti</a:t>
                </a:r>
              </a:p>
              <a:p>
                <a:pPr marL="0" indent="0">
                  <a:buNone/>
                </a:pPr>
                <a:r>
                  <a:rPr lang="en-US" b="1" dirty="0" err="1"/>
                  <a:t>Operazione</a:t>
                </a:r>
                <a:r>
                  <a:rPr lang="en-US" b="1" dirty="0"/>
                  <a:t> di </a:t>
                </a:r>
                <a:r>
                  <a:rPr lang="en-US" b="1" dirty="0" err="1"/>
                  <a:t>convoluzione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La </a:t>
                </a:r>
                <a:r>
                  <a:rPr lang="en-US" dirty="0" err="1"/>
                  <a:t>convoluzione</a:t>
                </a:r>
                <a:r>
                  <a:rPr lang="en-US" dirty="0"/>
                  <a:t> </a:t>
                </a:r>
                <a:r>
                  <a:rPr lang="en-US" dirty="0" err="1"/>
                  <a:t>combina</a:t>
                </a:r>
                <a:r>
                  <a:rPr lang="en-US" dirty="0"/>
                  <a:t> un </a:t>
                </a:r>
                <a:r>
                  <a:rPr lang="en-US" dirty="0" err="1"/>
                  <a:t>filtro</a:t>
                </a:r>
                <a:r>
                  <a:rPr lang="en-US" dirty="0"/>
                  <a:t> con </a:t>
                </a:r>
                <a:r>
                  <a:rPr lang="en-US" dirty="0" err="1"/>
                  <a:t>l’immagine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Questa </a:t>
                </a:r>
                <a:r>
                  <a:rPr lang="en-US" dirty="0" err="1"/>
                  <a:t>operazione</a:t>
                </a:r>
                <a:r>
                  <a:rPr lang="en-US" dirty="0"/>
                  <a:t> </a:t>
                </a:r>
                <a:r>
                  <a:rPr lang="en-US" dirty="0" err="1"/>
                  <a:t>permette</a:t>
                </a:r>
                <a:r>
                  <a:rPr lang="en-US" dirty="0"/>
                  <a:t> di </a:t>
                </a:r>
                <a:r>
                  <a:rPr lang="en-US" dirty="0" err="1"/>
                  <a:t>evidenziare</a:t>
                </a:r>
                <a:r>
                  <a:rPr lang="en-US" dirty="0"/>
                  <a:t> </a:t>
                </a:r>
                <a:r>
                  <a:rPr lang="en-US" dirty="0" err="1"/>
                  <a:t>caratteristiche</a:t>
                </a:r>
                <a:r>
                  <a:rPr lang="en-US" dirty="0"/>
                  <a:t> </a:t>
                </a:r>
                <a:r>
                  <a:rPr lang="en-US" dirty="0" err="1"/>
                  <a:t>specifiche</a:t>
                </a:r>
                <a:r>
                  <a:rPr lang="en-US" dirty="0"/>
                  <a:t> </a:t>
                </a:r>
                <a:r>
                  <a:rPr lang="en-US" dirty="0" err="1"/>
                  <a:t>dell’immagine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it-IT" b="1" dirty="0"/>
              </a:p>
              <a:p>
                <a:pPr marL="0" indent="0">
                  <a:buNone/>
                </a:pPr>
                <a:r>
                  <a:rPr lang="it-IT" b="1" dirty="0"/>
                  <a:t>Applicazioni delle CNN</a:t>
                </a:r>
              </a:p>
              <a:p>
                <a:r>
                  <a:rPr lang="it-IT" dirty="0"/>
                  <a:t>Computer Vision </a:t>
                </a:r>
              </a:p>
              <a:p>
                <a:r>
                  <a:rPr lang="it-IT" dirty="0"/>
                  <a:t>Face Recognition </a:t>
                </a:r>
              </a:p>
              <a:p>
                <a:r>
                  <a:rPr lang="it-IT" dirty="0"/>
                  <a:t>Diagnostica medica </a:t>
                </a:r>
              </a:p>
              <a:p>
                <a:r>
                  <a:rPr lang="it-IT" dirty="0"/>
                  <a:t>Auto a guida autonoma </a:t>
                </a:r>
              </a:p>
              <a:p>
                <a:r>
                  <a:rPr lang="it-IT" dirty="0"/>
                  <a:t>Image Classification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0215C-63B0-541A-0E7D-EFB46FF0C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854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B564-DCEB-4875-CCFC-FA4A1DB6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FA34F-52F1-C8F1-A005-C9B7BEE208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it-IT" dirty="0"/>
                  <a:t>Le RNN sono reti neurali progettate per elaborare dati sequenziali.</a:t>
                </a:r>
              </a:p>
              <a:p>
                <a:pPr marL="0" indent="0">
                  <a:buNone/>
                </a:pPr>
                <a:r>
                  <a:rPr lang="it-IT" dirty="0"/>
                  <a:t>A differenza delle reti tradizionali, le RNN mantengono una memoria degli input precedenti.</a:t>
                </a:r>
              </a:p>
              <a:p>
                <a:pPr marL="0" indent="0">
                  <a:buNone/>
                </a:pPr>
                <a:r>
                  <a:rPr lang="it-IT" dirty="0"/>
                  <a:t>L’output di uno step viene riutilizzato nello step successivo.</a:t>
                </a:r>
              </a:p>
              <a:p>
                <a:pPr marL="0" indent="0">
                  <a:buNone/>
                </a:pPr>
                <a:r>
                  <a:rPr lang="it-IT" dirty="0"/>
                  <a:t>Questo permette alla rete di “ricordare” informazioni passate.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Dove: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input </a:t>
                </a:r>
                <a:r>
                  <a:rPr lang="en-US" dirty="0" err="1"/>
                  <a:t>corrente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 err="1"/>
                  <a:t>stato</a:t>
                </a:r>
                <a:r>
                  <a:rPr lang="en-US" dirty="0"/>
                  <a:t> </a:t>
                </a:r>
                <a:r>
                  <a:rPr lang="en-US" dirty="0" err="1"/>
                  <a:t>precedente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nuovo </a:t>
                </a:r>
                <a:r>
                  <a:rPr lang="en-US" dirty="0" err="1"/>
                  <a:t>stato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it-IT" b="1" dirty="0"/>
                  <a:t>Applicazioni delle RNN</a:t>
                </a:r>
              </a:p>
              <a:p>
                <a:r>
                  <a:rPr lang="it-IT" dirty="0"/>
                  <a:t>Traduzione automatica </a:t>
                </a:r>
              </a:p>
              <a:p>
                <a:r>
                  <a:rPr lang="it-IT" dirty="0"/>
                  <a:t>Speech recognition </a:t>
                </a:r>
              </a:p>
              <a:p>
                <a:r>
                  <a:rPr lang="it-IT" dirty="0"/>
                  <a:t>Analisi del testo </a:t>
                </a:r>
              </a:p>
              <a:p>
                <a:r>
                  <a:rPr lang="it-IT" dirty="0"/>
                  <a:t>Previsioni temporali </a:t>
                </a:r>
              </a:p>
              <a:p>
                <a:r>
                  <a:rPr lang="it-IT" dirty="0"/>
                  <a:t>Chatbot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FA34F-52F1-C8F1-A005-C9B7BEE20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32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D517-F685-A675-91B4-53B0509E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E8C262-162C-8734-E766-2C1E7AA4F6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 Large Language Models (LLM) </a:t>
                </a:r>
                <a:r>
                  <a:rPr lang="en-US" dirty="0" err="1"/>
                  <a:t>sono</a:t>
                </a:r>
                <a:r>
                  <a:rPr lang="en-US" dirty="0"/>
                  <a:t> </a:t>
                </a:r>
                <a:r>
                  <a:rPr lang="en-US" dirty="0" err="1"/>
                  <a:t>modelli</a:t>
                </a:r>
                <a:r>
                  <a:rPr lang="en-US" dirty="0"/>
                  <a:t> di </a:t>
                </a:r>
                <a:r>
                  <a:rPr lang="en-US" dirty="0" err="1"/>
                  <a:t>Intelligenza</a:t>
                </a:r>
                <a:r>
                  <a:rPr lang="en-US" dirty="0"/>
                  <a:t> </a:t>
                </a:r>
                <a:r>
                  <a:rPr lang="en-US" dirty="0" err="1"/>
                  <a:t>Artificiale</a:t>
                </a:r>
                <a:r>
                  <a:rPr lang="en-US" dirty="0"/>
                  <a:t> </a:t>
                </a:r>
                <a:r>
                  <a:rPr lang="en-US" dirty="0" err="1"/>
                  <a:t>basati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reti</a:t>
                </a:r>
                <a:r>
                  <a:rPr lang="en-US" dirty="0"/>
                  <a:t> </a:t>
                </a:r>
                <a:r>
                  <a:rPr lang="en-US" dirty="0" err="1"/>
                  <a:t>neurali</a:t>
                </a:r>
                <a:r>
                  <a:rPr lang="en-US" dirty="0"/>
                  <a:t> profonde, </a:t>
                </a:r>
                <a:r>
                  <a:rPr lang="en-US" dirty="0" err="1"/>
                  <a:t>addestrati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enormi</a:t>
                </a:r>
                <a:r>
                  <a:rPr lang="en-US" dirty="0"/>
                  <a:t> </a:t>
                </a:r>
                <a:r>
                  <a:rPr lang="en-US" dirty="0" err="1"/>
                  <a:t>quantità</a:t>
                </a:r>
                <a:r>
                  <a:rPr lang="en-US" dirty="0"/>
                  <a:t> di testo.</a:t>
                </a:r>
              </a:p>
              <a:p>
                <a:pPr marL="0" indent="0">
                  <a:buNone/>
                </a:pPr>
                <a:r>
                  <a:rPr lang="en-US" dirty="0"/>
                  <a:t>Sono </a:t>
                </a:r>
                <a:r>
                  <a:rPr lang="en-US" dirty="0" err="1"/>
                  <a:t>progettati</a:t>
                </a:r>
                <a:r>
                  <a:rPr lang="en-US" dirty="0"/>
                  <a:t> per </a:t>
                </a:r>
                <a:r>
                  <a:rPr lang="en-US" dirty="0" err="1"/>
                  <a:t>comprendere</a:t>
                </a:r>
                <a:r>
                  <a:rPr lang="en-US" dirty="0"/>
                  <a:t>, </a:t>
                </a:r>
                <a:r>
                  <a:rPr lang="en-US" dirty="0" err="1"/>
                  <a:t>generare</a:t>
                </a:r>
                <a:r>
                  <a:rPr lang="en-US" dirty="0"/>
                  <a:t> e </a:t>
                </a:r>
                <a:r>
                  <a:rPr lang="en-US" dirty="0" err="1"/>
                  <a:t>manipolare</a:t>
                </a:r>
                <a:r>
                  <a:rPr lang="en-US" dirty="0"/>
                  <a:t> </a:t>
                </a:r>
                <a:r>
                  <a:rPr lang="en-US" dirty="0" err="1"/>
                  <a:t>linguaggio</a:t>
                </a:r>
                <a:r>
                  <a:rPr lang="en-US" dirty="0"/>
                  <a:t> </a:t>
                </a:r>
                <a:r>
                  <a:rPr lang="en-US" dirty="0" err="1"/>
                  <a:t>naturale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Come </a:t>
                </a:r>
                <a:r>
                  <a:rPr lang="en-US" b="1" dirty="0" err="1"/>
                  <a:t>funzionano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Gli LLM </a:t>
                </a:r>
                <a:r>
                  <a:rPr lang="en-US" dirty="0" err="1"/>
                  <a:t>apprendono</a:t>
                </a:r>
                <a:r>
                  <a:rPr lang="en-US" dirty="0"/>
                  <a:t> le </a:t>
                </a:r>
                <a:r>
                  <a:rPr lang="en-US" dirty="0" err="1"/>
                  <a:t>relazioni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le parole </a:t>
                </a:r>
                <a:r>
                  <a:rPr lang="en-US" dirty="0" err="1"/>
                  <a:t>analizzando</a:t>
                </a:r>
                <a:r>
                  <a:rPr lang="en-US" dirty="0"/>
                  <a:t> </a:t>
                </a:r>
                <a:r>
                  <a:rPr lang="en-US" dirty="0" err="1"/>
                  <a:t>miliardi</a:t>
                </a:r>
                <a:r>
                  <a:rPr lang="en-US" dirty="0"/>
                  <a:t> di </a:t>
                </a:r>
                <a:r>
                  <a:rPr lang="en-US" dirty="0" err="1"/>
                  <a:t>frasi</a:t>
                </a:r>
                <a:r>
                  <a:rPr lang="en-US" dirty="0"/>
                  <a:t> e </a:t>
                </a:r>
                <a:r>
                  <a:rPr lang="en-US" dirty="0" err="1"/>
                  <a:t>documenti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Durante </a:t>
                </a:r>
                <a:r>
                  <a:rPr lang="en-US" dirty="0" err="1"/>
                  <a:t>l’addestramento</a:t>
                </a:r>
                <a:r>
                  <a:rPr lang="en-US" dirty="0"/>
                  <a:t> il </a:t>
                </a:r>
                <a:r>
                  <a:rPr lang="en-US" dirty="0" err="1"/>
                  <a:t>modello</a:t>
                </a:r>
                <a:r>
                  <a:rPr lang="en-US" dirty="0"/>
                  <a:t> </a:t>
                </a:r>
                <a:r>
                  <a:rPr lang="en-US" dirty="0" err="1"/>
                  <a:t>cerca</a:t>
                </a:r>
                <a:r>
                  <a:rPr lang="en-US" dirty="0"/>
                  <a:t> di </a:t>
                </a:r>
                <a:r>
                  <a:rPr lang="en-US" dirty="0" err="1"/>
                  <a:t>prevedere</a:t>
                </a:r>
                <a:r>
                  <a:rPr lang="en-US" dirty="0"/>
                  <a:t> la </a:t>
                </a:r>
                <a:r>
                  <a:rPr lang="en-US" dirty="0" err="1"/>
                  <a:t>parola</a:t>
                </a:r>
                <a:r>
                  <a:rPr lang="en-US" dirty="0"/>
                  <a:t> </a:t>
                </a:r>
                <a:r>
                  <a:rPr lang="en-US" dirty="0" err="1"/>
                  <a:t>successiva</a:t>
                </a:r>
                <a:r>
                  <a:rPr lang="en-US" dirty="0"/>
                  <a:t> </a:t>
                </a:r>
                <a:r>
                  <a:rPr lang="en-US" dirty="0" err="1"/>
                  <a:t>all’interno</a:t>
                </a:r>
                <a:r>
                  <a:rPr lang="en-US" dirty="0"/>
                  <a:t> di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sequenza</a:t>
                </a:r>
                <a:r>
                  <a:rPr lang="en-US" dirty="0"/>
                  <a:t> di testo.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Architettura</a:t>
                </a:r>
                <a:r>
                  <a:rPr lang="en-US" b="1" dirty="0"/>
                  <a:t> Transformer</a:t>
                </a:r>
              </a:p>
              <a:p>
                <a:pPr marL="0" indent="0">
                  <a:buNone/>
                </a:pPr>
                <a:r>
                  <a:rPr lang="en-US" dirty="0"/>
                  <a:t>La </a:t>
                </a:r>
                <a:r>
                  <a:rPr lang="en-US" dirty="0" err="1"/>
                  <a:t>maggior</a:t>
                </a:r>
                <a:r>
                  <a:rPr lang="en-US" dirty="0"/>
                  <a:t> </a:t>
                </a:r>
                <a:r>
                  <a:rPr lang="en-US" dirty="0" err="1"/>
                  <a:t>parte</a:t>
                </a:r>
                <a:r>
                  <a:rPr lang="en-US" dirty="0"/>
                  <a:t> </a:t>
                </a:r>
                <a:r>
                  <a:rPr lang="en-US" dirty="0" err="1"/>
                  <a:t>degli</a:t>
                </a:r>
                <a:r>
                  <a:rPr lang="en-US" dirty="0"/>
                  <a:t> LLM </a:t>
                </a:r>
                <a:r>
                  <a:rPr lang="en-US" dirty="0" err="1"/>
                  <a:t>moderni</a:t>
                </a:r>
                <a:r>
                  <a:rPr lang="en-US" dirty="0"/>
                  <a:t> </a:t>
                </a:r>
                <a:r>
                  <a:rPr lang="en-US" dirty="0" err="1"/>
                  <a:t>utilizza</a:t>
                </a:r>
                <a:r>
                  <a:rPr lang="en-US" dirty="0"/>
                  <a:t> </a:t>
                </a:r>
                <a:r>
                  <a:rPr lang="en-US" dirty="0" err="1"/>
                  <a:t>l’architettura</a:t>
                </a:r>
                <a:r>
                  <a:rPr lang="en-US" dirty="0"/>
                  <a:t> </a:t>
                </a:r>
                <a:r>
                  <a:rPr lang="en-US" i="1" dirty="0"/>
                  <a:t>Transformer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Questa </a:t>
                </a:r>
                <a:r>
                  <a:rPr lang="en-US" dirty="0" err="1"/>
                  <a:t>architettura</a:t>
                </a:r>
                <a:r>
                  <a:rPr lang="en-US" dirty="0"/>
                  <a:t> </a:t>
                </a:r>
                <a:r>
                  <a:rPr lang="en-US" dirty="0" err="1"/>
                  <a:t>utilizza</a:t>
                </a:r>
                <a:r>
                  <a:rPr lang="en-US" dirty="0"/>
                  <a:t> il </a:t>
                </a:r>
                <a:r>
                  <a:rPr lang="en-US" dirty="0" err="1"/>
                  <a:t>meccanismo</a:t>
                </a:r>
                <a:r>
                  <a:rPr lang="en-US" dirty="0"/>
                  <a:t> di </a:t>
                </a:r>
                <a:r>
                  <a:rPr lang="en-US" i="1" dirty="0"/>
                  <a:t>Attention</a:t>
                </a:r>
                <a:r>
                  <a:rPr lang="en-US" dirty="0"/>
                  <a:t>,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permette</a:t>
                </a:r>
                <a:r>
                  <a:rPr lang="en-US" dirty="0"/>
                  <a:t> al </a:t>
                </a:r>
                <a:r>
                  <a:rPr lang="en-US" dirty="0" err="1"/>
                  <a:t>modello</a:t>
                </a:r>
                <a:r>
                  <a:rPr lang="en-US" dirty="0"/>
                  <a:t> di </a:t>
                </a:r>
                <a:r>
                  <a:rPr lang="en-US" dirty="0" err="1"/>
                  <a:t>comprendere</a:t>
                </a:r>
                <a:r>
                  <a:rPr lang="en-US" dirty="0"/>
                  <a:t> il </a:t>
                </a:r>
                <a:r>
                  <a:rPr lang="en-US" dirty="0" err="1"/>
                  <a:t>contesto</a:t>
                </a:r>
                <a:r>
                  <a:rPr lang="en-US" dirty="0"/>
                  <a:t> </a:t>
                </a:r>
                <a:r>
                  <a:rPr lang="en-US" dirty="0" err="1"/>
                  <a:t>delle</a:t>
                </a:r>
                <a:r>
                  <a:rPr lang="en-US" dirty="0"/>
                  <a:t> parole.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E8C262-162C-8734-E766-2C1E7AA4F6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412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5175-6AC3-2E54-81A3-D0E6C30B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2F39-BAD8-0777-44CA-F38E80280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b="1" dirty="0"/>
              <a:t>Addestramento degli LLM</a:t>
            </a:r>
          </a:p>
          <a:p>
            <a:pPr marL="0" indent="0">
              <a:buNone/>
            </a:pPr>
            <a:r>
              <a:rPr lang="it-IT" dirty="0"/>
              <a:t>Gli LLM vengono addestrati in due fasi principali:</a:t>
            </a:r>
          </a:p>
          <a:p>
            <a:pPr marL="0" indent="0">
              <a:buNone/>
            </a:pPr>
            <a:r>
              <a:rPr lang="it-IT" b="1" dirty="0"/>
              <a:t>Pre-training</a:t>
            </a:r>
          </a:p>
          <a:p>
            <a:pPr marL="0" indent="0">
              <a:buNone/>
            </a:pPr>
            <a:r>
              <a:rPr lang="it-IT" dirty="0"/>
              <a:t>Il modello apprende il linguaggio leggendo enormi quantità di testo.</a:t>
            </a:r>
          </a:p>
          <a:p>
            <a:pPr marL="0" indent="0">
              <a:buNone/>
            </a:pPr>
            <a:r>
              <a:rPr lang="it-IT" b="1" dirty="0"/>
              <a:t>Fine-tuning</a:t>
            </a:r>
          </a:p>
          <a:p>
            <a:pPr marL="0" indent="0">
              <a:buNone/>
            </a:pPr>
            <a:r>
              <a:rPr lang="it-IT" dirty="0"/>
              <a:t>Il modello viene specializzato su compiti specifici.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Token</a:t>
            </a:r>
          </a:p>
          <a:p>
            <a:pPr marL="0" indent="0">
              <a:buNone/>
            </a:pPr>
            <a:r>
              <a:rPr lang="it-IT" dirty="0"/>
              <a:t>Gli LLM non leggono parole intere, ma </a:t>
            </a:r>
            <a:r>
              <a:rPr lang="it-IT" i="1" dirty="0"/>
              <a:t>token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dirty="0"/>
              <a:t>Un token può essere:</a:t>
            </a:r>
          </a:p>
          <a:p>
            <a:r>
              <a:rPr lang="it-IT" dirty="0"/>
              <a:t>Una parola </a:t>
            </a:r>
          </a:p>
          <a:p>
            <a:r>
              <a:rPr lang="it-IT" dirty="0"/>
              <a:t>Parte di una parola </a:t>
            </a:r>
          </a:p>
          <a:p>
            <a:r>
              <a:rPr lang="it-IT" dirty="0"/>
              <a:t>Un simbolo</a:t>
            </a:r>
          </a:p>
          <a:p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17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3C77-4C62-395A-776C-12828090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Addestramento di un algoritmo di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56B0-2065-5E99-1A83-95EC54357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t-IT" dirty="0"/>
              <a:t>Pre-elaborazione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Scelta delle caratteristiche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Scelta di una metrica prestazionale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Scelta di un algoritmo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Valutazione delle prestazioni del modello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Ottimizzazione dell’algoritmo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72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0F88-11BD-B047-5C5B-91C46C35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Preelaborazione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A3A1-58CB-24D3-2C3A-307FDD105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Size: S=1, M=2, L=3, XL=4</a:t>
            </a:r>
          </a:p>
          <a:p>
            <a:pPr marL="0" indent="0">
              <a:buNone/>
            </a:pPr>
            <a:r>
              <a:rPr lang="en-US" dirty="0"/>
              <a:t>Color: red=0, blue=1, green=2, yellow=3,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Normalizzazione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Standardizzazione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it-IT" sz="2400" dirty="0"/>
              <a:t>centriamo la colonna della caratteristi ca alla media µx 0, con deviazione standard σx 1 in modo che la caratteristica assuma la forma di una distribuzione normale.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64245-DD2B-C8C2-9253-E23B5E7F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797" y="3160112"/>
            <a:ext cx="1667108" cy="59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235B8-2882-223E-CF46-833005BB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639" y="3750744"/>
            <a:ext cx="141942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2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F73-C78B-CA1B-0741-47BF76EF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caratteristiche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16CB3-37BD-729C-AA72-DC3433017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5918" cy="21963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/>
              <a:t>La scelta delle caratteristiche consiste nel selezionare le variabili più importanti di un dataset per migliorare le prestazioni del modello.</a:t>
            </a:r>
          </a:p>
          <a:p>
            <a:pPr marL="0" indent="0">
              <a:buNone/>
            </a:pPr>
            <a:r>
              <a:rPr lang="it-IT" b="1" dirty="0"/>
              <a:t>Obiettivi</a:t>
            </a:r>
          </a:p>
          <a:p>
            <a:r>
              <a:rPr lang="it-IT" dirty="0"/>
              <a:t>Ridurre la dimensionalità </a:t>
            </a:r>
          </a:p>
          <a:p>
            <a:r>
              <a:rPr lang="it-IT" dirty="0"/>
              <a:t>Eliminare dati irrilevanti </a:t>
            </a:r>
          </a:p>
          <a:p>
            <a:r>
              <a:rPr lang="it-IT" dirty="0"/>
              <a:t>Ridurre overfitting </a:t>
            </a:r>
          </a:p>
          <a:p>
            <a:r>
              <a:rPr lang="it-IT" dirty="0"/>
              <a:t>Velocizzare il training</a:t>
            </a:r>
          </a:p>
          <a:p>
            <a:endParaRPr lang="it-IT" dirty="0"/>
          </a:p>
          <a:p>
            <a:pPr marL="0" indent="0">
              <a:buNone/>
            </a:pPr>
            <a:endParaRPr lang="it-IT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908F0-687C-1EEC-4EFE-62A9051333FA}"/>
              </a:ext>
            </a:extLst>
          </p:cNvPr>
          <p:cNvSpPr txBox="1"/>
          <p:nvPr/>
        </p:nvSpPr>
        <p:spPr>
          <a:xfrm>
            <a:off x="6355977" y="4022017"/>
            <a:ext cx="54146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b="1" dirty="0"/>
              <a:t>LDA — Linear Discriminant Analysis</a:t>
            </a:r>
          </a:p>
          <a:p>
            <a:r>
              <a:rPr lang="it-IT" dirty="0"/>
              <a:t>La LDA è una tecnica supervisionata utilizzata sia per classificazione che riduzione della dimensionalità.</a:t>
            </a:r>
          </a:p>
          <a:p>
            <a:r>
              <a:rPr lang="it-IT" dirty="0"/>
              <a:t>L’obiettivo è trovare una proiezione dei dati che separi al meglio le classi.</a:t>
            </a:r>
          </a:p>
          <a:p>
            <a:r>
              <a:rPr lang="it-IT" dirty="0"/>
              <a:t>Utilizza le etichette delle classi </a:t>
            </a:r>
          </a:p>
          <a:p>
            <a:r>
              <a:rPr lang="it-IT" dirty="0"/>
              <a:t>Massimizza la separazione tra classi </a:t>
            </a:r>
          </a:p>
          <a:p>
            <a:r>
              <a:rPr lang="it-IT" dirty="0"/>
              <a:t>Riduce la sovrapposizione dei gruppi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0D76E-60F7-14B5-52F9-BBEF2ECF1C40}"/>
              </a:ext>
            </a:extLst>
          </p:cNvPr>
          <p:cNvSpPr txBox="1"/>
          <p:nvPr/>
        </p:nvSpPr>
        <p:spPr>
          <a:xfrm>
            <a:off x="838200" y="4022017"/>
            <a:ext cx="52241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b="1" dirty="0"/>
              <a:t>PCA — Principal Component Analysis</a:t>
            </a:r>
          </a:p>
          <a:p>
            <a:r>
              <a:rPr lang="it-IT" dirty="0"/>
              <a:t>La PCA è una tecnica di riduzione della dimensionalità non supervisionata.</a:t>
            </a:r>
          </a:p>
          <a:p>
            <a:r>
              <a:rPr lang="it-IT" dirty="0"/>
              <a:t>Trasforma le feature originali in nuove variabili chiamate </a:t>
            </a:r>
            <a:r>
              <a:rPr lang="it-IT" i="1" dirty="0"/>
              <a:t>componenti principali</a:t>
            </a:r>
            <a:r>
              <a:rPr lang="it-IT" dirty="0"/>
              <a:t>, mantenendo la maggior parte dell’informazione.</a:t>
            </a:r>
          </a:p>
          <a:p>
            <a:r>
              <a:rPr lang="it-IT" dirty="0"/>
              <a:t>Massimizza la varianza dei dati </a:t>
            </a:r>
          </a:p>
          <a:p>
            <a:r>
              <a:rPr lang="it-IT" dirty="0"/>
              <a:t>Non utilizza etichette</a:t>
            </a:r>
          </a:p>
        </p:txBody>
      </p:sp>
    </p:spTree>
    <p:extLst>
      <p:ext uri="{BB962C8B-B14F-4D97-AF65-F5344CB8AC3E}">
        <p14:creationId xmlns:p14="http://schemas.microsoft.com/office/powerpoint/2010/main" val="3987577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F51C-2377-EB6D-87D0-9692D87A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FFAC-D0B2-BA6F-78D7-937057A6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L’overfitting si verifica quando un modello apprende troppo bene i dati di addestramento, includendo anche rumore e dettagli non utili.</a:t>
            </a:r>
          </a:p>
          <a:p>
            <a:pPr marL="0" indent="0">
              <a:buNone/>
            </a:pPr>
            <a:r>
              <a:rPr lang="it-IT" dirty="0"/>
              <a:t>Di conseguenza:</a:t>
            </a:r>
          </a:p>
          <a:p>
            <a:pPr marL="0" indent="0">
              <a:buNone/>
            </a:pPr>
            <a:r>
              <a:rPr lang="it-IT" dirty="0"/>
              <a:t>Ottiene ottimi risultati sui dati di training </a:t>
            </a:r>
          </a:p>
          <a:p>
            <a:pPr marL="0" indent="0">
              <a:buNone/>
            </a:pPr>
            <a:r>
              <a:rPr lang="it-IT" dirty="0"/>
              <a:t>Generalizza male su nuovi dati 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b="1" dirty="0"/>
              <a:t>Cause principali</a:t>
            </a:r>
          </a:p>
          <a:p>
            <a:pPr marL="0" indent="0">
              <a:buNone/>
            </a:pPr>
            <a:r>
              <a:rPr lang="it-IT" b="1" dirty="0"/>
              <a:t>Modello troppo complesso - </a:t>
            </a:r>
            <a:r>
              <a:rPr lang="it-IT" dirty="0"/>
              <a:t>Il modello ha troppi parametri rispetto alla quantità di dati disponibili.</a:t>
            </a:r>
          </a:p>
          <a:p>
            <a:pPr marL="0" indent="0">
              <a:buNone/>
            </a:pPr>
            <a:r>
              <a:rPr lang="it-IT" b="1" dirty="0"/>
              <a:t>Dataset troppo piccolo - </a:t>
            </a:r>
            <a:r>
              <a:rPr lang="it-IT" dirty="0"/>
              <a:t>Pochi esempi non permettono una buona generalizzazione.</a:t>
            </a:r>
          </a:p>
          <a:p>
            <a:pPr marL="0" indent="0">
              <a:buNone/>
            </a:pPr>
            <a:r>
              <a:rPr lang="it-IT" b="1" dirty="0"/>
              <a:t>Rumore nei dati - </a:t>
            </a:r>
            <a:r>
              <a:rPr lang="it-IT" dirty="0"/>
              <a:t>Il modello apprende anche informazioni casuali o non rappresentative.</a:t>
            </a:r>
          </a:p>
          <a:p>
            <a:pPr marL="0" indent="0">
              <a:buNone/>
            </a:pP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917231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0D65-3D9C-A0AB-EBF3-E276AF20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36512-1A02-695F-ECDE-E09D711F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b="1" dirty="0"/>
              <a:t>Conseguenze</a:t>
            </a:r>
          </a:p>
          <a:p>
            <a:pPr marL="0" indent="0">
              <a:buNone/>
            </a:pPr>
            <a:r>
              <a:rPr lang="it-IT" dirty="0"/>
              <a:t>Bassa capacità predittiva </a:t>
            </a:r>
          </a:p>
          <a:p>
            <a:pPr marL="0" indent="0">
              <a:buNone/>
            </a:pPr>
            <a:r>
              <a:rPr lang="it-IT" dirty="0"/>
              <a:t>Errori su dati reali </a:t>
            </a:r>
          </a:p>
          <a:p>
            <a:pPr marL="0" indent="0">
              <a:buNone/>
            </a:pPr>
            <a:r>
              <a:rPr lang="it-IT" dirty="0"/>
              <a:t>Scarsa generalizzazione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Come ridurre l’overfitting</a:t>
            </a:r>
          </a:p>
          <a:p>
            <a:pPr marL="0" indent="0">
              <a:buNone/>
            </a:pPr>
            <a:r>
              <a:rPr lang="it-IT" dirty="0"/>
              <a:t>Aumentare i dati di training </a:t>
            </a:r>
          </a:p>
          <a:p>
            <a:pPr marL="0" indent="0">
              <a:buNone/>
            </a:pPr>
            <a:r>
              <a:rPr lang="it-IT" dirty="0"/>
              <a:t>Ridurre la complessità del modello </a:t>
            </a:r>
          </a:p>
          <a:p>
            <a:pPr marL="0" indent="0">
              <a:buNone/>
            </a:pPr>
            <a:r>
              <a:rPr lang="it-IT" dirty="0"/>
              <a:t>Utilizzare regolarizzazione </a:t>
            </a:r>
          </a:p>
          <a:p>
            <a:pPr marL="0" indent="0">
              <a:buNone/>
            </a:pPr>
            <a:r>
              <a:rPr lang="it-IT" dirty="0"/>
              <a:t>Applicare tecniche di cross-validation </a:t>
            </a:r>
          </a:p>
          <a:p>
            <a:pPr marL="0" indent="0">
              <a:buNone/>
            </a:pPr>
            <a:r>
              <a:rPr lang="it-IT" dirty="0"/>
              <a:t>Usare dropout nelle reti neurali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51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3015-29FB-501F-2E61-1DCE6D7B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Iperparametri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564A0-2A6F-0C49-E25C-617C1547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Gli iperparametri sono configurazioni impostate prima dell’addestramento di un modello di Machine Learning.</a:t>
            </a:r>
          </a:p>
          <a:p>
            <a:pPr marL="0" indent="0">
              <a:buNone/>
            </a:pPr>
            <a:r>
              <a:rPr lang="it-IT" dirty="0"/>
              <a:t>A differenza dei parametri del modello, non vengono appresi automaticamente durante il training.</a:t>
            </a:r>
          </a:p>
          <a:p>
            <a:pPr marL="0" indent="0">
              <a:buNone/>
            </a:pP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b="1" dirty="0"/>
              <a:t>A cosa servono</a:t>
            </a:r>
          </a:p>
          <a:p>
            <a:r>
              <a:rPr lang="it-IT" dirty="0"/>
              <a:t>Gli iperparametri controllano:</a:t>
            </a:r>
          </a:p>
          <a:p>
            <a:r>
              <a:rPr lang="it-IT" dirty="0"/>
              <a:t>comportamento del modello </a:t>
            </a:r>
          </a:p>
          <a:p>
            <a:r>
              <a:rPr lang="it-IT" dirty="0"/>
              <a:t>velocità di apprendimento </a:t>
            </a:r>
          </a:p>
          <a:p>
            <a:r>
              <a:rPr lang="it-IT" dirty="0"/>
              <a:t>complessità </a:t>
            </a:r>
          </a:p>
          <a:p>
            <a:r>
              <a:rPr lang="it-IT" dirty="0"/>
              <a:t>qualità delle predizioni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19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40EE-6B83-AD3D-3931-ECBB56C3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Iperparametri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AAEB-1CEC-2C72-3520-0FE2F5CD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 err="1"/>
              <a:t>Numero</a:t>
            </a:r>
            <a:r>
              <a:rPr lang="en-US" b="1" dirty="0"/>
              <a:t> di </a:t>
            </a:r>
            <a:r>
              <a:rPr lang="en-US" b="1" dirty="0" err="1"/>
              <a:t>Epoche</a:t>
            </a:r>
            <a:r>
              <a:rPr lang="en-US" b="1" dirty="0"/>
              <a:t> (Epochs) </a:t>
            </a:r>
            <a:r>
              <a:rPr lang="en-US" dirty="0" err="1"/>
              <a:t>Rappresenta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volte in cui </a:t>
            </a:r>
            <a:r>
              <a:rPr lang="en-US" dirty="0" err="1"/>
              <a:t>l’intero</a:t>
            </a:r>
            <a:r>
              <a:rPr lang="en-US" dirty="0"/>
              <a:t> dataset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</a:t>
            </a:r>
            <a:r>
              <a:rPr lang="en-US" dirty="0" err="1"/>
              <a:t>l’addestramento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epoche</a:t>
            </a:r>
            <a:r>
              <a:rPr lang="en-US" dirty="0"/>
              <a:t> → </a:t>
            </a:r>
            <a:r>
              <a:rPr lang="en-US" dirty="0" err="1"/>
              <a:t>maggiore</a:t>
            </a:r>
            <a:r>
              <a:rPr lang="en-US" dirty="0"/>
              <a:t> </a:t>
            </a:r>
            <a:r>
              <a:rPr lang="en-US" dirty="0" err="1"/>
              <a:t>apprendimento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Troppe</a:t>
            </a:r>
            <a:r>
              <a:rPr lang="en-US" dirty="0"/>
              <a:t> </a:t>
            </a:r>
            <a:r>
              <a:rPr lang="en-US" dirty="0" err="1"/>
              <a:t>epoche</a:t>
            </a:r>
            <a:r>
              <a:rPr lang="en-US" dirty="0"/>
              <a:t> → </a:t>
            </a:r>
            <a:r>
              <a:rPr lang="en-US" dirty="0" err="1"/>
              <a:t>rischio</a:t>
            </a:r>
            <a:r>
              <a:rPr lang="en-US" dirty="0"/>
              <a:t> di overfitting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 err="1"/>
              <a:t>Dimensione</a:t>
            </a:r>
            <a:r>
              <a:rPr lang="en-US" b="1" dirty="0"/>
              <a:t> del Batch (Batch Size) </a:t>
            </a:r>
            <a:r>
              <a:rPr lang="en-US" dirty="0"/>
              <a:t>Indica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esempi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elaborati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singola</a:t>
            </a:r>
            <a:r>
              <a:rPr lang="en-US" dirty="0"/>
              <a:t> </a:t>
            </a:r>
            <a:r>
              <a:rPr lang="en-US" dirty="0" err="1"/>
              <a:t>iterazione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Batch </a:t>
            </a:r>
            <a:r>
              <a:rPr lang="en-US" dirty="0" err="1"/>
              <a:t>grande</a:t>
            </a:r>
            <a:r>
              <a:rPr lang="en-US" dirty="0"/>
              <a:t> → training </a:t>
            </a:r>
            <a:r>
              <a:rPr lang="en-US" dirty="0" err="1"/>
              <a:t>più</a:t>
            </a:r>
            <a:r>
              <a:rPr lang="en-US" dirty="0"/>
              <a:t> veloce </a:t>
            </a:r>
          </a:p>
          <a:p>
            <a:pPr marL="0" indent="0">
              <a:buNone/>
            </a:pPr>
            <a:r>
              <a:rPr lang="en-US" dirty="0"/>
              <a:t>Batch piccolo → </a:t>
            </a:r>
            <a:r>
              <a:rPr lang="en-US" dirty="0" err="1"/>
              <a:t>minore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ma training </a:t>
            </a:r>
            <a:r>
              <a:rPr lang="en-US" dirty="0" err="1"/>
              <a:t>più</a:t>
            </a:r>
            <a:r>
              <a:rPr lang="en-US" dirty="0"/>
              <a:t> lento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Learning Rate </a:t>
            </a:r>
            <a:r>
              <a:rPr lang="en-US" dirty="0" err="1"/>
              <a:t>Controlla</a:t>
            </a:r>
            <a:r>
              <a:rPr lang="en-US" dirty="0"/>
              <a:t> la </a:t>
            </a:r>
            <a:r>
              <a:rPr lang="en-US" dirty="0" err="1"/>
              <a:t>velocità</a:t>
            </a:r>
            <a:r>
              <a:rPr lang="en-US" dirty="0"/>
              <a:t> con cui il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aggiorna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propri</a:t>
            </a:r>
            <a:r>
              <a:rPr lang="en-US" dirty="0"/>
              <a:t> </a:t>
            </a:r>
            <a:r>
              <a:rPr lang="en-US" dirty="0" err="1"/>
              <a:t>pesi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Learning rate alto → </a:t>
            </a:r>
            <a:r>
              <a:rPr lang="en-US" dirty="0" err="1"/>
              <a:t>apprendimento</a:t>
            </a:r>
            <a:r>
              <a:rPr lang="en-US" dirty="0"/>
              <a:t> </a:t>
            </a:r>
            <a:r>
              <a:rPr lang="en-US" dirty="0" err="1"/>
              <a:t>instabile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Learning rate basso → </a:t>
            </a:r>
            <a:r>
              <a:rPr lang="en-US" dirty="0" err="1"/>
              <a:t>apprendimento</a:t>
            </a:r>
            <a:r>
              <a:rPr lang="en-US" dirty="0"/>
              <a:t> lento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 err="1"/>
              <a:t>Dimensione</a:t>
            </a:r>
            <a:r>
              <a:rPr lang="en-US" b="1" dirty="0"/>
              <a:t> </a:t>
            </a:r>
            <a:r>
              <a:rPr lang="en-US" b="1" dirty="0" err="1"/>
              <a:t>dei</a:t>
            </a:r>
            <a:r>
              <a:rPr lang="en-US" b="1" dirty="0"/>
              <a:t> Layer </a:t>
            </a:r>
            <a:r>
              <a:rPr lang="en-US" dirty="0" err="1"/>
              <a:t>numero</a:t>
            </a:r>
            <a:r>
              <a:rPr lang="en-US" dirty="0"/>
              <a:t> di layer </a:t>
            </a:r>
            <a:r>
              <a:rPr lang="en-US" dirty="0" err="1"/>
              <a:t>della</a:t>
            </a:r>
            <a:r>
              <a:rPr lang="en-US" dirty="0"/>
              <a:t> rete </a:t>
            </a:r>
            <a:r>
              <a:rPr lang="en-US" dirty="0" err="1"/>
              <a:t>neurale</a:t>
            </a:r>
            <a:r>
              <a:rPr lang="en-US" dirty="0"/>
              <a:t> /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neuroni</a:t>
            </a:r>
            <a:r>
              <a:rPr lang="en-US" dirty="0"/>
              <a:t> per layer </a:t>
            </a:r>
          </a:p>
          <a:p>
            <a:pPr marL="0" indent="0">
              <a:buNone/>
            </a:pP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:</a:t>
            </a:r>
          </a:p>
          <a:p>
            <a:r>
              <a:rPr lang="en-US" dirty="0" err="1"/>
              <a:t>maggiore</a:t>
            </a:r>
            <a:r>
              <a:rPr lang="en-US" dirty="0"/>
              <a:t> </a:t>
            </a:r>
            <a:r>
              <a:rPr lang="en-US" dirty="0" err="1"/>
              <a:t>capacità</a:t>
            </a:r>
            <a:r>
              <a:rPr lang="en-US" dirty="0"/>
              <a:t> di </a:t>
            </a:r>
            <a:r>
              <a:rPr lang="en-US" dirty="0" err="1"/>
              <a:t>apprendimento</a:t>
            </a:r>
            <a:r>
              <a:rPr lang="en-US" dirty="0"/>
              <a:t> </a:t>
            </a:r>
          </a:p>
          <a:p>
            <a:r>
              <a:rPr lang="en-US" dirty="0" err="1"/>
              <a:t>maggiore</a:t>
            </a:r>
            <a:r>
              <a:rPr lang="en-US" dirty="0"/>
              <a:t> </a:t>
            </a:r>
            <a:r>
              <a:rPr lang="en-US" dirty="0" err="1"/>
              <a:t>rischio</a:t>
            </a:r>
            <a:r>
              <a:rPr lang="en-US" dirty="0"/>
              <a:t> di overfitting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993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3DB0-901B-3EB9-F009-65E4EF4E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Addestramento</a:t>
            </a:r>
            <a:r>
              <a:rPr lang="en-US" dirty="0"/>
              <a:t> e 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8558B-21A8-FD4A-BDEE-9A4E0C09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84" y="1807653"/>
            <a:ext cx="5029902" cy="2391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7FD041-14A1-1528-F66A-A3F9F0FD5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45" y="1690688"/>
            <a:ext cx="5410955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27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2D18-9419-73D3-92F9-6F118FA2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0389D-BE94-5F9C-16A4-B7E8884E5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4102" y="2510423"/>
            <a:ext cx="3543795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5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E66E-F5D4-0FBB-428C-DAC5A3A5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scikit-learn: la cassetta degli attrezzi</a:t>
            </a:r>
            <a:endParaRPr lang="en-US" dirty="0"/>
          </a:p>
        </p:txBody>
      </p:sp>
      <p:pic>
        <p:nvPicPr>
          <p:cNvPr id="5122" name="Picture 2" descr="scikit-learn - Wikipedia">
            <a:extLst>
              <a:ext uri="{FF2B5EF4-FFF2-40B4-BE49-F238E27FC236}">
                <a16:creationId xmlns:a16="http://schemas.microsoft.com/office/drawing/2014/main" id="{BCF5A754-360F-E569-555E-04F1FD08BD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499" y="1431505"/>
            <a:ext cx="291465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8A33B8-4F43-A144-2CBD-0E68E33BED93}"/>
              </a:ext>
            </a:extLst>
          </p:cNvPr>
          <p:cNvSpPr txBox="1"/>
          <p:nvPr/>
        </p:nvSpPr>
        <p:spPr>
          <a:xfrm>
            <a:off x="927847" y="1543762"/>
            <a:ext cx="73913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La libreria Python di riferimento per il Machine Learning "classico".</a:t>
            </a:r>
          </a:p>
          <a:p>
            <a:pPr>
              <a:buNone/>
            </a:pPr>
            <a:r>
              <a:rPr lang="it-IT" dirty="0"/>
              <a:t>Cosa ci offre: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Tanti modelli già pronti (KNN, alberi, SVM, regressioni…)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Dataset di esempio inclusi (tra cui Iris)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Strumenti per dividere i dati, validare e misurare i risultati</a:t>
            </a:r>
          </a:p>
          <a:p>
            <a:pPr>
              <a:buNone/>
            </a:pPr>
            <a:r>
              <a:rPr lang="it-IT" dirty="0"/>
              <a:t>Il bello: tutti i modelli si usano allo stesso modo.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>
                <a:latin typeface="Consolas" panose="020B0609020204030204" pitchFamily="49" charset="0"/>
              </a:rPr>
              <a:t>model.fit(X_train, y_train)      # alleno</a:t>
            </a:r>
          </a:p>
          <a:p>
            <a:pPr>
              <a:buNone/>
            </a:pPr>
            <a:r>
              <a:rPr lang="it-IT" dirty="0">
                <a:latin typeface="Consolas" panose="020B0609020204030204" pitchFamily="49" charset="0"/>
              </a:rPr>
              <a:t>model.predict(X_test)            # predico</a:t>
            </a:r>
          </a:p>
          <a:p>
            <a:pPr>
              <a:buNone/>
            </a:pPr>
            <a:endParaRPr lang="it-IT" dirty="0">
              <a:latin typeface="Consolas" panose="020B0609020204030204" pitchFamily="49" charset="0"/>
            </a:endParaRPr>
          </a:p>
          <a:p>
            <a:r>
              <a:rPr lang="it-IT" dirty="0"/>
              <a:t>Cambio modello → cambio una riga, il resto del codice resta identico.</a:t>
            </a:r>
          </a:p>
          <a:p>
            <a:r>
              <a:rPr lang="it-IT" dirty="0"/>
              <a:t>Installazione: </a:t>
            </a:r>
            <a:r>
              <a:rPr lang="it-IT" dirty="0">
                <a:latin typeface="Consolas" panose="020B0609020204030204" pitchFamily="49" charset="0"/>
              </a:rPr>
              <a:t>pip install scikit-learn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/>
              <a:t>Il concetto chiave da far passare a voce è quell'</a:t>
            </a:r>
            <a:r>
              <a:rPr lang="it-IT" b="1" dirty="0"/>
              <a:t>API uniforme</a:t>
            </a:r>
            <a:r>
              <a:rPr lang="it-IT" dirty="0"/>
              <a:t>: fit per allenare, predict per predire, sempre uguale per qualsiasi algoritmo. È ciò che rende facile sperimentare e confrontare modelli diversi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pPr>
              <a:buNone/>
            </a:pPr>
            <a:endParaRPr lang="it-IT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01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9EDA-7820-365B-0E77-435F983A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Titanic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1DF1-53C2-EBDB-F29B-F26166408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9550" y="211977"/>
            <a:ext cx="7375711" cy="2244352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Creare</a:t>
            </a:r>
            <a:r>
              <a:rPr lang="en-US" dirty="0"/>
              <a:t> un </a:t>
            </a:r>
            <a:r>
              <a:rPr lang="en-US" dirty="0" err="1"/>
              <a:t>classificatore</a:t>
            </a:r>
            <a:r>
              <a:rPr lang="en-US" dirty="0"/>
              <a:t> per </a:t>
            </a:r>
            <a:r>
              <a:rPr lang="en-US" dirty="0" err="1"/>
              <a:t>verificare</a:t>
            </a:r>
            <a:r>
              <a:rPr lang="en-US" dirty="0"/>
              <a:t> se un </a:t>
            </a:r>
            <a:r>
              <a:rPr lang="en-US" dirty="0" err="1"/>
              <a:t>passeggero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è Salvato o no.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3AB77-E78D-D68C-DDBB-8938447E2244}"/>
              </a:ext>
            </a:extLst>
          </p:cNvPr>
          <p:cNvSpPr txBox="1"/>
          <p:nvPr/>
        </p:nvSpPr>
        <p:spPr>
          <a:xfrm>
            <a:off x="4061011" y="1690688"/>
            <a:ext cx="7375711" cy="44156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DecisionTreeClassifier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KNeighborsClassifier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confusion_matrix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classification_report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</a:t>
            </a:r>
            <a:r>
              <a:rPr lang="en-US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Caricamento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dataset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"https://raw.githubusercontent.com/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datasciencedojo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/datasets/master/titanic.csv"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4329819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2487-C0E6-6A04-C54E-AFB4AE7D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0FA2-AF16-C6EF-B1BC-8C9889415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Siete il team antifrode di una banca.</a:t>
            </a:r>
          </a:p>
          <a:p>
            <a:r>
              <a:rPr lang="it-IT" dirty="0"/>
              <a:t>Solo il 5% delle transazioni è fraudolento.</a:t>
            </a:r>
          </a:p>
          <a:p>
            <a:r>
              <a:rPr lang="it-IT" dirty="0"/>
              <a:t>Il vostro obiettivo non è massimizzare l'accuracy, ma trovare il maggior numero possibile di frodi senza sommergere gli operatori di falsi allarmi.</a:t>
            </a:r>
          </a:p>
          <a:p>
            <a:pPr marL="0" indent="0">
              <a:buNone/>
            </a:pPr>
            <a:r>
              <a:rPr lang="it-IT" dirty="0"/>
              <a:t>Provare:</a:t>
            </a:r>
          </a:p>
          <a:p>
            <a:r>
              <a:rPr lang="it-IT" dirty="0"/>
              <a:t>LogisticRegression </a:t>
            </a:r>
          </a:p>
          <a:p>
            <a:r>
              <a:rPr lang="it-IT" dirty="0"/>
              <a:t>RandomForestClassifier </a:t>
            </a:r>
          </a:p>
          <a:p>
            <a:r>
              <a:rPr lang="it-IT" dirty="0"/>
              <a:t>GradientBoostingClassifier</a:t>
            </a:r>
          </a:p>
          <a:p>
            <a:pPr marL="0" indent="0">
              <a:buNone/>
            </a:pPr>
            <a:r>
              <a:rPr lang="it-IT" dirty="0"/>
              <a:t>Domande</a:t>
            </a:r>
          </a:p>
          <a:p>
            <a:r>
              <a:rPr lang="it-IT" dirty="0"/>
              <a:t>Quanto vale l'accuracy?</a:t>
            </a:r>
          </a:p>
          <a:p>
            <a:r>
              <a:rPr lang="it-IT" dirty="0"/>
              <a:t>Quante frodi vengono individuate?</a:t>
            </a:r>
          </a:p>
          <a:p>
            <a:r>
              <a:rPr lang="it-IT" dirty="0"/>
              <a:t>Qual è più importante: precision o recall?</a:t>
            </a:r>
          </a:p>
          <a:p>
            <a:r>
              <a:rPr lang="it-IT" dirty="0"/>
              <a:t>Un modello con il 99% di accuracy è davvero buono?</a:t>
            </a:r>
          </a:p>
          <a:p>
            <a:endParaRPr lang="it-IT" dirty="0"/>
          </a:p>
          <a:p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61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3348</Words>
  <Application>Microsoft Office PowerPoint</Application>
  <PresentationFormat>Widescreen</PresentationFormat>
  <Paragraphs>526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Consolas</vt:lpstr>
      <vt:lpstr>Office Theme</vt:lpstr>
      <vt:lpstr>Corso Python</vt:lpstr>
      <vt:lpstr>Agenda</vt:lpstr>
      <vt:lpstr>AI</vt:lpstr>
      <vt:lpstr>Apprendimento Supervisionato</vt:lpstr>
      <vt:lpstr>Apprendimento Non Supervisionato</vt:lpstr>
      <vt:lpstr>Apprendimento per Rinforzo</vt:lpstr>
      <vt:lpstr>Confronto</vt:lpstr>
      <vt:lpstr>Classificazione</vt:lpstr>
      <vt:lpstr>Regressione</vt:lpstr>
      <vt:lpstr>Clustering</vt:lpstr>
      <vt:lpstr>Funzione Obiettivo nel Machine Learning</vt:lpstr>
      <vt:lpstr>Regressione Logistica</vt:lpstr>
      <vt:lpstr>Regressione Logistica</vt:lpstr>
      <vt:lpstr>Regressione Logistica</vt:lpstr>
      <vt:lpstr>Support Vector Machine</vt:lpstr>
      <vt:lpstr>Support Vector Machine</vt:lpstr>
      <vt:lpstr>Decision Trees</vt:lpstr>
      <vt:lpstr>Decision Trees</vt:lpstr>
      <vt:lpstr>Foreste casuali</vt:lpstr>
      <vt:lpstr>K-Nearest Neighbors</vt:lpstr>
      <vt:lpstr>K-Nearest Neighbors</vt:lpstr>
      <vt:lpstr>K-Means</vt:lpstr>
      <vt:lpstr>Clustering Gerarchico</vt:lpstr>
      <vt:lpstr>Clustering Gerarchico</vt:lpstr>
      <vt:lpstr>DBSCAN</vt:lpstr>
      <vt:lpstr>Pausa</vt:lpstr>
      <vt:lpstr>Neural Networks</vt:lpstr>
      <vt:lpstr>Neural Networks</vt:lpstr>
      <vt:lpstr>Neural Networks</vt:lpstr>
      <vt:lpstr>Neural Networks - RNN e CNN</vt:lpstr>
      <vt:lpstr>CNN</vt:lpstr>
      <vt:lpstr>RNN</vt:lpstr>
      <vt:lpstr>Large Language Model</vt:lpstr>
      <vt:lpstr>Large Language Model</vt:lpstr>
      <vt:lpstr>Addestramento di un algoritmo di machine learning</vt:lpstr>
      <vt:lpstr>Preelaborazione</vt:lpstr>
      <vt:lpstr>Scelta delle caratteristiche</vt:lpstr>
      <vt:lpstr>Overfitting</vt:lpstr>
      <vt:lpstr>Overfitting</vt:lpstr>
      <vt:lpstr>Iperparametri</vt:lpstr>
      <vt:lpstr>Iperparametri</vt:lpstr>
      <vt:lpstr>Addestramento e test</vt:lpstr>
      <vt:lpstr>Valutazione</vt:lpstr>
      <vt:lpstr>scikit-learn: la cassetta degli attrezzi</vt:lpstr>
      <vt:lpstr>Titanic</vt:lpstr>
      <vt:lpstr>Esercizio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2026-05-26T10:41:14Z</dcterms:created>
  <dcterms:modified xsi:type="dcterms:W3CDTF">2026-06-05T16:01:24Z</dcterms:modified>
</cp:coreProperties>
</file>