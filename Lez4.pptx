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86" r:id="rId9"/>
    <p:sldId id="289" r:id="rId10"/>
    <p:sldId id="287" r:id="rId11"/>
    <p:sldId id="288" r:id="rId12"/>
    <p:sldId id="265" r:id="rId13"/>
    <p:sldId id="268" r:id="rId14"/>
    <p:sldId id="264" r:id="rId15"/>
    <p:sldId id="269" r:id="rId16"/>
    <p:sldId id="273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92" r:id="rId28"/>
    <p:sldId id="281" r:id="rId29"/>
    <p:sldId id="293" r:id="rId30"/>
    <p:sldId id="294" r:id="rId31"/>
    <p:sldId id="295" r:id="rId32"/>
    <p:sldId id="296" r:id="rId33"/>
    <p:sldId id="297" r:id="rId34"/>
    <p:sldId id="290" r:id="rId35"/>
    <p:sldId id="282" r:id="rId36"/>
    <p:sldId id="283" r:id="rId37"/>
    <p:sldId id="284" r:id="rId38"/>
    <p:sldId id="285" r:id="rId39"/>
    <p:sldId id="29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undo custSel addSld delSld modSld sldOrd">
      <pc:chgData name="Alessandro Di Piazza" userId="242384fd-1746-4b70-8d90-c83f4330e5ed" providerId="ADAL" clId="{FFF1DA74-BEAE-470B-8D8A-B7A1F3E1BF85}" dt="2026-05-26T10:41:54.882" v="1073" actId="20577"/>
      <pc:docMkLst>
        <pc:docMk/>
      </pc:docMkLst>
      <pc:sldChg chg="del">
        <pc:chgData name="Alessandro Di Piazza" userId="242384fd-1746-4b70-8d90-c83f4330e5ed" providerId="ADAL" clId="{FFF1DA74-BEAE-470B-8D8A-B7A1F3E1BF85}" dt="2026-05-25T12:41:55.931" v="5" actId="2696"/>
        <pc:sldMkLst>
          <pc:docMk/>
          <pc:sldMk cId="2312129349" sldId="257"/>
        </pc:sldMkLst>
      </pc:sldChg>
      <pc:sldChg chg="modSp mod">
        <pc:chgData name="Alessandro Di Piazza" userId="242384fd-1746-4b70-8d90-c83f4330e5ed" providerId="ADAL" clId="{FFF1DA74-BEAE-470B-8D8A-B7A1F3E1BF85}" dt="2026-05-26T10:41:54.882" v="1073" actId="20577"/>
        <pc:sldMkLst>
          <pc:docMk/>
          <pc:sldMk cId="3630284680" sldId="258"/>
        </pc:sldMkLst>
        <pc:spChg chg="mod">
          <ac:chgData name="Alessandro Di Piazza" userId="242384fd-1746-4b70-8d90-c83f4330e5ed" providerId="ADAL" clId="{FFF1DA74-BEAE-470B-8D8A-B7A1F3E1BF85}" dt="2026-05-26T10:41:54.882" v="1073" actId="20577"/>
          <ac:spMkLst>
            <pc:docMk/>
            <pc:sldMk cId="3630284680" sldId="258"/>
            <ac:spMk id="3" creationId="{144BDDAD-F2BA-5EC9-FC79-760DE859A970}"/>
          </ac:spMkLst>
        </pc:spChg>
      </pc:sldChg>
      <pc:sldChg chg="modSp new mod">
        <pc:chgData name="Alessandro Di Piazza" userId="242384fd-1746-4b70-8d90-c83f4330e5ed" providerId="ADAL" clId="{FFF1DA74-BEAE-470B-8D8A-B7A1F3E1BF85}" dt="2026-05-25T12:43:32.809" v="30" actId="5793"/>
        <pc:sldMkLst>
          <pc:docMk/>
          <pc:sldMk cId="830757851" sldId="259"/>
        </pc:sldMkLst>
        <pc:spChg chg="mod">
          <ac:chgData name="Alessandro Di Piazza" userId="242384fd-1746-4b70-8d90-c83f4330e5ed" providerId="ADAL" clId="{FFF1DA74-BEAE-470B-8D8A-B7A1F3E1BF85}" dt="2026-05-25T12:42:03.795" v="8"/>
          <ac:spMkLst>
            <pc:docMk/>
            <pc:sldMk cId="830757851" sldId="259"/>
            <ac:spMk id="2" creationId="{26183CA0-0BA0-D012-1729-683653F0AAE4}"/>
          </ac:spMkLst>
        </pc:spChg>
        <pc:spChg chg="mod">
          <ac:chgData name="Alessandro Di Piazza" userId="242384fd-1746-4b70-8d90-c83f4330e5ed" providerId="ADAL" clId="{FFF1DA74-BEAE-470B-8D8A-B7A1F3E1BF85}" dt="2026-05-25T12:43:32.809" v="30" actId="5793"/>
          <ac:spMkLst>
            <pc:docMk/>
            <pc:sldMk cId="830757851" sldId="259"/>
            <ac:spMk id="3" creationId="{7A620C84-4FC0-D38F-4422-2BC18EE278EC}"/>
          </ac:spMkLst>
        </pc:spChg>
      </pc:sldChg>
      <pc:sldChg chg="del">
        <pc:chgData name="Alessandro Di Piazza" userId="242384fd-1746-4b70-8d90-c83f4330e5ed" providerId="ADAL" clId="{FFF1DA74-BEAE-470B-8D8A-B7A1F3E1BF85}" dt="2026-05-25T12:41:47.176" v="0" actId="2696"/>
        <pc:sldMkLst>
          <pc:docMk/>
          <pc:sldMk cId="3918085652" sldId="259"/>
        </pc:sldMkLst>
      </pc:sldChg>
      <pc:sldChg chg="del">
        <pc:chgData name="Alessandro Di Piazza" userId="242384fd-1746-4b70-8d90-c83f4330e5ed" providerId="ADAL" clId="{FFF1DA74-BEAE-470B-8D8A-B7A1F3E1BF85}" dt="2026-05-25T12:41:48.896" v="1" actId="2696"/>
        <pc:sldMkLst>
          <pc:docMk/>
          <pc:sldMk cId="502201516" sldId="260"/>
        </pc:sldMkLst>
      </pc:sldChg>
      <pc:sldChg chg="modSp new mod">
        <pc:chgData name="Alessandro Di Piazza" userId="242384fd-1746-4b70-8d90-c83f4330e5ed" providerId="ADAL" clId="{FFF1DA74-BEAE-470B-8D8A-B7A1F3E1BF85}" dt="2026-05-25T12:44:47.419" v="44" actId="20577"/>
        <pc:sldMkLst>
          <pc:docMk/>
          <pc:sldMk cId="3762045413" sldId="260"/>
        </pc:sldMkLst>
        <pc:spChg chg="mod">
          <ac:chgData name="Alessandro Di Piazza" userId="242384fd-1746-4b70-8d90-c83f4330e5ed" providerId="ADAL" clId="{FFF1DA74-BEAE-470B-8D8A-B7A1F3E1BF85}" dt="2026-05-25T12:44:24.634" v="33"/>
          <ac:spMkLst>
            <pc:docMk/>
            <pc:sldMk cId="3762045413" sldId="260"/>
            <ac:spMk id="2" creationId="{F06AF9BB-0821-1150-6E14-176FB23DEB8D}"/>
          </ac:spMkLst>
        </pc:spChg>
        <pc:spChg chg="mod">
          <ac:chgData name="Alessandro Di Piazza" userId="242384fd-1746-4b70-8d90-c83f4330e5ed" providerId="ADAL" clId="{FFF1DA74-BEAE-470B-8D8A-B7A1F3E1BF85}" dt="2026-05-25T12:44:47.419" v="44" actId="20577"/>
          <ac:spMkLst>
            <pc:docMk/>
            <pc:sldMk cId="3762045413" sldId="260"/>
            <ac:spMk id="3" creationId="{369C7FAF-7BB3-DD18-BC40-691505862D35}"/>
          </ac:spMkLst>
        </pc:spChg>
      </pc:sldChg>
      <pc:sldChg chg="del">
        <pc:chgData name="Alessandro Di Piazza" userId="242384fd-1746-4b70-8d90-c83f4330e5ed" providerId="ADAL" clId="{FFF1DA74-BEAE-470B-8D8A-B7A1F3E1BF85}" dt="2026-05-25T12:41:50.414" v="2" actId="2696"/>
        <pc:sldMkLst>
          <pc:docMk/>
          <pc:sldMk cId="689915869" sldId="261"/>
        </pc:sldMkLst>
      </pc:sldChg>
      <pc:sldChg chg="addSp delSp modSp new mod">
        <pc:chgData name="Alessandro Di Piazza" userId="242384fd-1746-4b70-8d90-c83f4330e5ed" providerId="ADAL" clId="{FFF1DA74-BEAE-470B-8D8A-B7A1F3E1BF85}" dt="2026-05-25T12:47:21.847" v="50" actId="113"/>
        <pc:sldMkLst>
          <pc:docMk/>
          <pc:sldMk cId="1096457336" sldId="261"/>
        </pc:sldMkLst>
        <pc:spChg chg="mod">
          <ac:chgData name="Alessandro Di Piazza" userId="242384fd-1746-4b70-8d90-c83f4330e5ed" providerId="ADAL" clId="{FFF1DA74-BEAE-470B-8D8A-B7A1F3E1BF85}" dt="2026-05-25T12:47:21.847" v="50" actId="113"/>
          <ac:spMkLst>
            <pc:docMk/>
            <pc:sldMk cId="1096457336" sldId="261"/>
            <ac:spMk id="2" creationId="{CBA32F2B-73DE-81BC-CFBC-F04D784120EB}"/>
          </ac:spMkLst>
        </pc:spChg>
        <pc:spChg chg="del">
          <ac:chgData name="Alessandro Di Piazza" userId="242384fd-1746-4b70-8d90-c83f4330e5ed" providerId="ADAL" clId="{FFF1DA74-BEAE-470B-8D8A-B7A1F3E1BF85}" dt="2026-05-25T12:47:02.959" v="46"/>
          <ac:spMkLst>
            <pc:docMk/>
            <pc:sldMk cId="1096457336" sldId="261"/>
            <ac:spMk id="3" creationId="{2D5D2F1B-A209-703C-85E8-30406666D119}"/>
          </ac:spMkLst>
        </pc:spChg>
        <pc:spChg chg="add del">
          <ac:chgData name="Alessandro Di Piazza" userId="242384fd-1746-4b70-8d90-c83f4330e5ed" providerId="ADAL" clId="{FFF1DA74-BEAE-470B-8D8A-B7A1F3E1BF85}" dt="2026-05-25T12:47:07.823" v="47" actId="478"/>
          <ac:spMkLst>
            <pc:docMk/>
            <pc:sldMk cId="1096457336" sldId="261"/>
            <ac:spMk id="5" creationId="{03C8882D-B54A-A302-399A-091E003A31C2}"/>
          </ac:spMkLst>
        </pc:spChg>
        <pc:graphicFrameChg chg="add mod">
          <ac:chgData name="Alessandro Di Piazza" userId="242384fd-1746-4b70-8d90-c83f4330e5ed" providerId="ADAL" clId="{FFF1DA74-BEAE-470B-8D8A-B7A1F3E1BF85}" dt="2026-05-25T12:47:02.959" v="46"/>
          <ac:graphicFrameMkLst>
            <pc:docMk/>
            <pc:sldMk cId="1096457336" sldId="261"/>
            <ac:graphicFrameMk id="4" creationId="{CAE3111E-ADC6-826C-E5FD-757F9ABA0AC0}"/>
          </ac:graphicFrameMkLst>
        </pc:graphicFrameChg>
      </pc:sldChg>
      <pc:sldChg chg="del">
        <pc:chgData name="Alessandro Di Piazza" userId="242384fd-1746-4b70-8d90-c83f4330e5ed" providerId="ADAL" clId="{FFF1DA74-BEAE-470B-8D8A-B7A1F3E1BF85}" dt="2026-05-25T12:41:52.273" v="3" actId="2696"/>
        <pc:sldMkLst>
          <pc:docMk/>
          <pc:sldMk cId="3061154852" sldId="262"/>
        </pc:sldMkLst>
      </pc:sldChg>
      <pc:sldChg chg="addSp delSp modSp new mod">
        <pc:chgData name="Alessandro Di Piazza" userId="242384fd-1746-4b70-8d90-c83f4330e5ed" providerId="ADAL" clId="{FFF1DA74-BEAE-470B-8D8A-B7A1F3E1BF85}" dt="2026-05-25T12:48:23.470" v="62" actId="113"/>
        <pc:sldMkLst>
          <pc:docMk/>
          <pc:sldMk cId="3998360190" sldId="262"/>
        </pc:sldMkLst>
        <pc:spChg chg="mod">
          <ac:chgData name="Alessandro Di Piazza" userId="242384fd-1746-4b70-8d90-c83f4330e5ed" providerId="ADAL" clId="{FFF1DA74-BEAE-470B-8D8A-B7A1F3E1BF85}" dt="2026-05-25T12:47:39.548" v="54" actId="113"/>
          <ac:spMkLst>
            <pc:docMk/>
            <pc:sldMk cId="3998360190" sldId="262"/>
            <ac:spMk id="2" creationId="{0B772DF3-A424-BDCB-628A-860592A38C1E}"/>
          </ac:spMkLst>
        </pc:spChg>
        <pc:spChg chg="del">
          <ac:chgData name="Alessandro Di Piazza" userId="242384fd-1746-4b70-8d90-c83f4330e5ed" providerId="ADAL" clId="{FFF1DA74-BEAE-470B-8D8A-B7A1F3E1BF85}" dt="2026-05-25T12:47:49.084" v="55"/>
          <ac:spMkLst>
            <pc:docMk/>
            <pc:sldMk cId="3998360190" sldId="262"/>
            <ac:spMk id="3" creationId="{91DB6227-C7C0-A790-F4F6-0314D638F411}"/>
          </ac:spMkLst>
        </pc:spChg>
        <pc:spChg chg="add mod">
          <ac:chgData name="Alessandro Di Piazza" userId="242384fd-1746-4b70-8d90-c83f4330e5ed" providerId="ADAL" clId="{FFF1DA74-BEAE-470B-8D8A-B7A1F3E1BF85}" dt="2026-05-25T12:48:23.470" v="62" actId="113"/>
          <ac:spMkLst>
            <pc:docMk/>
            <pc:sldMk cId="3998360190" sldId="262"/>
            <ac:spMk id="5" creationId="{890D60CA-99EA-AF5E-4C26-2DD3231D19A3}"/>
          </ac:spMkLst>
        </pc:spChg>
        <pc:graphicFrameChg chg="add mod">
          <ac:chgData name="Alessandro Di Piazza" userId="242384fd-1746-4b70-8d90-c83f4330e5ed" providerId="ADAL" clId="{FFF1DA74-BEAE-470B-8D8A-B7A1F3E1BF85}" dt="2026-05-25T12:48:02.729" v="56" actId="1076"/>
          <ac:graphicFrameMkLst>
            <pc:docMk/>
            <pc:sldMk cId="3998360190" sldId="262"/>
            <ac:graphicFrameMk id="4" creationId="{6FA578B3-B382-919B-CBCF-D196959C3216}"/>
          </ac:graphicFrameMkLst>
        </pc:graphicFrameChg>
        <pc:graphicFrameChg chg="add mod">
          <ac:chgData name="Alessandro Di Piazza" userId="242384fd-1746-4b70-8d90-c83f4330e5ed" providerId="ADAL" clId="{FFF1DA74-BEAE-470B-8D8A-B7A1F3E1BF85}" dt="2026-05-25T12:48:20.674" v="61" actId="1076"/>
          <ac:graphicFrameMkLst>
            <pc:docMk/>
            <pc:sldMk cId="3998360190" sldId="262"/>
            <ac:graphicFrameMk id="6" creationId="{8BD17FD2-B21A-717E-0599-02A1DECAE8FE}"/>
          </ac:graphicFrameMkLst>
        </pc:graphicFrameChg>
      </pc:sldChg>
      <pc:sldChg chg="del">
        <pc:chgData name="Alessandro Di Piazza" userId="242384fd-1746-4b70-8d90-c83f4330e5ed" providerId="ADAL" clId="{FFF1DA74-BEAE-470B-8D8A-B7A1F3E1BF85}" dt="2026-05-25T12:41:54.409" v="4" actId="2696"/>
        <pc:sldMkLst>
          <pc:docMk/>
          <pc:sldMk cId="2660867481" sldId="263"/>
        </pc:sldMkLst>
      </pc:sldChg>
      <pc:sldChg chg="addSp delSp modSp new mod">
        <pc:chgData name="Alessandro Di Piazza" userId="242384fd-1746-4b70-8d90-c83f4330e5ed" providerId="ADAL" clId="{FFF1DA74-BEAE-470B-8D8A-B7A1F3E1BF85}" dt="2026-05-25T12:48:51.979" v="68" actId="1076"/>
        <pc:sldMkLst>
          <pc:docMk/>
          <pc:sldMk cId="3156458300" sldId="263"/>
        </pc:sldMkLst>
        <pc:spChg chg="mod">
          <ac:chgData name="Alessandro Di Piazza" userId="242384fd-1746-4b70-8d90-c83f4330e5ed" providerId="ADAL" clId="{FFF1DA74-BEAE-470B-8D8A-B7A1F3E1BF85}" dt="2026-05-25T12:48:35.892" v="66" actId="113"/>
          <ac:spMkLst>
            <pc:docMk/>
            <pc:sldMk cId="3156458300" sldId="263"/>
            <ac:spMk id="2" creationId="{ED855871-5AD0-E1F9-1FD6-A51F318F7466}"/>
          </ac:spMkLst>
        </pc:spChg>
        <pc:spChg chg="del">
          <ac:chgData name="Alessandro Di Piazza" userId="242384fd-1746-4b70-8d90-c83f4330e5ed" providerId="ADAL" clId="{FFF1DA74-BEAE-470B-8D8A-B7A1F3E1BF85}" dt="2026-05-25T12:48:39.396" v="67"/>
          <ac:spMkLst>
            <pc:docMk/>
            <pc:sldMk cId="3156458300" sldId="263"/>
            <ac:spMk id="3" creationId="{55B3832F-B14D-98BE-5729-7DFA784312A6}"/>
          </ac:spMkLst>
        </pc:spChg>
        <pc:graphicFrameChg chg="add mod">
          <ac:chgData name="Alessandro Di Piazza" userId="242384fd-1746-4b70-8d90-c83f4330e5ed" providerId="ADAL" clId="{FFF1DA74-BEAE-470B-8D8A-B7A1F3E1BF85}" dt="2026-05-25T12:48:51.979" v="68" actId="1076"/>
          <ac:graphicFrameMkLst>
            <pc:docMk/>
            <pc:sldMk cId="3156458300" sldId="263"/>
            <ac:graphicFrameMk id="4" creationId="{F27113F2-9172-8540-7485-05279515B776}"/>
          </ac:graphicFrameMkLst>
        </pc:graphicFrameChg>
      </pc:sldChg>
      <pc:sldChg chg="addSp modSp new mod">
        <pc:chgData name="Alessandro Di Piazza" userId="242384fd-1746-4b70-8d90-c83f4330e5ed" providerId="ADAL" clId="{FFF1DA74-BEAE-470B-8D8A-B7A1F3E1BF85}" dt="2026-05-26T09:16:34.638" v="253" actId="113"/>
        <pc:sldMkLst>
          <pc:docMk/>
          <pc:sldMk cId="932913685" sldId="264"/>
        </pc:sldMkLst>
        <pc:spChg chg="mod">
          <ac:chgData name="Alessandro Di Piazza" userId="242384fd-1746-4b70-8d90-c83f4330e5ed" providerId="ADAL" clId="{FFF1DA74-BEAE-470B-8D8A-B7A1F3E1BF85}" dt="2026-05-25T13:19:30.419" v="75" actId="20577"/>
          <ac:spMkLst>
            <pc:docMk/>
            <pc:sldMk cId="932913685" sldId="264"/>
            <ac:spMk id="2" creationId="{22DDBE70-BFD3-4B88-A1EA-7976FD144DFF}"/>
          </ac:spMkLst>
        </pc:spChg>
        <pc:spChg chg="mod">
          <ac:chgData name="Alessandro Di Piazza" userId="242384fd-1746-4b70-8d90-c83f4330e5ed" providerId="ADAL" clId="{FFF1DA74-BEAE-470B-8D8A-B7A1F3E1BF85}" dt="2026-05-25T13:21:59.651" v="140" actId="20577"/>
          <ac:spMkLst>
            <pc:docMk/>
            <pc:sldMk cId="932913685" sldId="264"/>
            <ac:spMk id="3" creationId="{7DADE76B-5894-5344-FD50-226DF440510C}"/>
          </ac:spMkLst>
        </pc:spChg>
        <pc:graphicFrameChg chg="add mod modGraphic">
          <ac:chgData name="Alessandro Di Piazza" userId="242384fd-1746-4b70-8d90-c83f4330e5ed" providerId="ADAL" clId="{FFF1DA74-BEAE-470B-8D8A-B7A1F3E1BF85}" dt="2026-05-26T09:16:34.638" v="253" actId="113"/>
          <ac:graphicFrameMkLst>
            <pc:docMk/>
            <pc:sldMk cId="932913685" sldId="264"/>
            <ac:graphicFrameMk id="4" creationId="{84E6E156-5D98-CD0C-D9C2-8C597F235ABB}"/>
          </ac:graphicFrameMkLst>
        </pc:graphicFrameChg>
      </pc:sldChg>
      <pc:sldChg chg="addSp modSp new mod ord">
        <pc:chgData name="Alessandro Di Piazza" userId="242384fd-1746-4b70-8d90-c83f4330e5ed" providerId="ADAL" clId="{FFF1DA74-BEAE-470B-8D8A-B7A1F3E1BF85}" dt="2026-05-26T09:19:07.361" v="278" actId="1076"/>
        <pc:sldMkLst>
          <pc:docMk/>
          <pc:sldMk cId="1359134109" sldId="265"/>
        </pc:sldMkLst>
        <pc:spChg chg="mod">
          <ac:chgData name="Alessandro Di Piazza" userId="242384fd-1746-4b70-8d90-c83f4330e5ed" providerId="ADAL" clId="{FFF1DA74-BEAE-470B-8D8A-B7A1F3E1BF85}" dt="2026-05-26T09:10:24.967" v="149" actId="20577"/>
          <ac:spMkLst>
            <pc:docMk/>
            <pc:sldMk cId="1359134109" sldId="265"/>
            <ac:spMk id="2" creationId="{0BE9AE57-526C-F5EF-B532-0D3A0D866183}"/>
          </ac:spMkLst>
        </pc:spChg>
        <pc:spChg chg="mod">
          <ac:chgData name="Alessandro Di Piazza" userId="242384fd-1746-4b70-8d90-c83f4330e5ed" providerId="ADAL" clId="{FFF1DA74-BEAE-470B-8D8A-B7A1F3E1BF85}" dt="2026-05-26T09:18:07.964" v="264" actId="27636"/>
          <ac:spMkLst>
            <pc:docMk/>
            <pc:sldMk cId="1359134109" sldId="265"/>
            <ac:spMk id="3" creationId="{27401276-1BAD-4C61-D6D0-6EDD10B9DE21}"/>
          </ac:spMkLst>
        </pc:spChg>
        <pc:spChg chg="add mod">
          <ac:chgData name="Alessandro Di Piazza" userId="242384fd-1746-4b70-8d90-c83f4330e5ed" providerId="ADAL" clId="{FFF1DA74-BEAE-470B-8D8A-B7A1F3E1BF85}" dt="2026-05-26T09:18:11.154" v="266" actId="27636"/>
          <ac:spMkLst>
            <pc:docMk/>
            <pc:sldMk cId="1359134109" sldId="265"/>
            <ac:spMk id="4" creationId="{92A428C2-31F2-DA9E-6FDD-6A77D40ED5B4}"/>
          </ac:spMkLst>
        </pc:spChg>
        <pc:spChg chg="add mod">
          <ac:chgData name="Alessandro Di Piazza" userId="242384fd-1746-4b70-8d90-c83f4330e5ed" providerId="ADAL" clId="{FFF1DA74-BEAE-470B-8D8A-B7A1F3E1BF85}" dt="2026-05-26T09:18:48.227" v="271" actId="1076"/>
          <ac:spMkLst>
            <pc:docMk/>
            <pc:sldMk cId="1359134109" sldId="265"/>
            <ac:spMk id="6" creationId="{FD07217D-6051-9D87-775C-2F1C1317AB6D}"/>
          </ac:spMkLst>
        </pc:spChg>
        <pc:spChg chg="add mod">
          <ac:chgData name="Alessandro Di Piazza" userId="242384fd-1746-4b70-8d90-c83f4330e5ed" providerId="ADAL" clId="{FFF1DA74-BEAE-470B-8D8A-B7A1F3E1BF85}" dt="2026-05-26T09:19:07.361" v="278" actId="1076"/>
          <ac:spMkLst>
            <pc:docMk/>
            <pc:sldMk cId="1359134109" sldId="265"/>
            <ac:spMk id="7" creationId="{07F07038-A532-812B-2F30-53A799835B11}"/>
          </ac:spMkLst>
        </pc:spChg>
      </pc:sldChg>
      <pc:sldChg chg="addSp delSp modSp new del mod">
        <pc:chgData name="Alessandro Di Piazza" userId="242384fd-1746-4b70-8d90-c83f4330e5ed" providerId="ADAL" clId="{FFF1DA74-BEAE-470B-8D8A-B7A1F3E1BF85}" dt="2026-05-26T09:11:46.501" v="173" actId="2696"/>
        <pc:sldMkLst>
          <pc:docMk/>
          <pc:sldMk cId="343082097" sldId="266"/>
        </pc:sldMkLst>
        <pc:spChg chg="mod">
          <ac:chgData name="Alessandro Di Piazza" userId="242384fd-1746-4b70-8d90-c83f4330e5ed" providerId="ADAL" clId="{FFF1DA74-BEAE-470B-8D8A-B7A1F3E1BF85}" dt="2026-05-26T09:10:58.776" v="156"/>
          <ac:spMkLst>
            <pc:docMk/>
            <pc:sldMk cId="343082097" sldId="266"/>
            <ac:spMk id="2" creationId="{20F658CA-045F-965B-D5FE-2C1B120169D1}"/>
          </ac:spMkLst>
        </pc:spChg>
        <pc:spChg chg="del mod">
          <ac:chgData name="Alessandro Di Piazza" userId="242384fd-1746-4b70-8d90-c83f4330e5ed" providerId="ADAL" clId="{FFF1DA74-BEAE-470B-8D8A-B7A1F3E1BF85}" dt="2026-05-26T09:11:37.085" v="170" actId="21"/>
          <ac:spMkLst>
            <pc:docMk/>
            <pc:sldMk cId="343082097" sldId="266"/>
            <ac:spMk id="3" creationId="{92A428C2-31F2-DA9E-6FDD-6A77D40ED5B4}"/>
          </ac:spMkLst>
        </pc:spChg>
        <pc:spChg chg="add mod">
          <ac:chgData name="Alessandro Di Piazza" userId="242384fd-1746-4b70-8d90-c83f4330e5ed" providerId="ADAL" clId="{FFF1DA74-BEAE-470B-8D8A-B7A1F3E1BF85}" dt="2026-05-26T09:11:37.085" v="170" actId="21"/>
          <ac:spMkLst>
            <pc:docMk/>
            <pc:sldMk cId="343082097" sldId="266"/>
            <ac:spMk id="5" creationId="{DD3D4666-2C4F-D291-EC3C-6B4C06A5B1E2}"/>
          </ac:spMkLst>
        </pc:spChg>
      </pc:sldChg>
      <pc:sldChg chg="addSp delSp modSp new del mod ord">
        <pc:chgData name="Alessandro Di Piazza" userId="242384fd-1746-4b70-8d90-c83f4330e5ed" providerId="ADAL" clId="{FFF1DA74-BEAE-470B-8D8A-B7A1F3E1BF85}" dt="2026-05-26T09:19:11.016" v="279" actId="2696"/>
        <pc:sldMkLst>
          <pc:docMk/>
          <pc:sldMk cId="2503244425" sldId="267"/>
        </pc:sldMkLst>
        <pc:spChg chg="mod">
          <ac:chgData name="Alessandro Di Piazza" userId="242384fd-1746-4b70-8d90-c83f4330e5ed" providerId="ADAL" clId="{FFF1DA74-BEAE-470B-8D8A-B7A1F3E1BF85}" dt="2026-05-26T09:11:08.155" v="165" actId="20577"/>
          <ac:spMkLst>
            <pc:docMk/>
            <pc:sldMk cId="2503244425" sldId="267"/>
            <ac:spMk id="2" creationId="{48609B24-2085-16EB-D2DB-6B7C0EF79D73}"/>
          </ac:spMkLst>
        </pc:spChg>
        <pc:spChg chg="del mod">
          <ac:chgData name="Alessandro Di Piazza" userId="242384fd-1746-4b70-8d90-c83f4330e5ed" providerId="ADAL" clId="{FFF1DA74-BEAE-470B-8D8A-B7A1F3E1BF85}" dt="2026-05-26T09:19:02.977" v="276" actId="21"/>
          <ac:spMkLst>
            <pc:docMk/>
            <pc:sldMk cId="2503244425" sldId="267"/>
            <ac:spMk id="3" creationId="{07F07038-A532-812B-2F30-53A799835B11}"/>
          </ac:spMkLst>
        </pc:spChg>
        <pc:spChg chg="add mod">
          <ac:chgData name="Alessandro Di Piazza" userId="242384fd-1746-4b70-8d90-c83f4330e5ed" providerId="ADAL" clId="{FFF1DA74-BEAE-470B-8D8A-B7A1F3E1BF85}" dt="2026-05-26T09:19:02.977" v="276" actId="21"/>
          <ac:spMkLst>
            <pc:docMk/>
            <pc:sldMk cId="2503244425" sldId="267"/>
            <ac:spMk id="5" creationId="{BB8BA6B6-C2C7-A692-6FA9-71C1D2AE4B2A}"/>
          </ac:spMkLst>
        </pc:spChg>
        <pc:picChg chg="add del mod">
          <ac:chgData name="Alessandro Di Piazza" userId="242384fd-1746-4b70-8d90-c83f4330e5ed" providerId="ADAL" clId="{FFF1DA74-BEAE-470B-8D8A-B7A1F3E1BF85}" dt="2026-05-26T09:13:25.438" v="187" actId="21"/>
          <ac:picMkLst>
            <pc:docMk/>
            <pc:sldMk cId="2503244425" sldId="267"/>
            <ac:picMk id="4098" creationId="{D1B89D6C-E577-6652-956F-C6EAA761CAFD}"/>
          </ac:picMkLst>
        </pc:picChg>
      </pc:sldChg>
      <pc:sldChg chg="addSp delSp modSp new mod ord">
        <pc:chgData name="Alessandro Di Piazza" userId="242384fd-1746-4b70-8d90-c83f4330e5ed" providerId="ADAL" clId="{FFF1DA74-BEAE-470B-8D8A-B7A1F3E1BF85}" dt="2026-05-26T09:14:12.903" v="220" actId="20577"/>
        <pc:sldMkLst>
          <pc:docMk/>
          <pc:sldMk cId="2585979327" sldId="268"/>
        </pc:sldMkLst>
        <pc:spChg chg="mod">
          <ac:chgData name="Alessandro Di Piazza" userId="242384fd-1746-4b70-8d90-c83f4330e5ed" providerId="ADAL" clId="{FFF1DA74-BEAE-470B-8D8A-B7A1F3E1BF85}" dt="2026-05-26T09:14:12.903" v="220" actId="20577"/>
          <ac:spMkLst>
            <pc:docMk/>
            <pc:sldMk cId="2585979327" sldId="268"/>
            <ac:spMk id="2" creationId="{574D0577-1233-A14D-F530-E3AF5B7F7886}"/>
          </ac:spMkLst>
        </pc:spChg>
        <pc:spChg chg="del">
          <ac:chgData name="Alessandro Di Piazza" userId="242384fd-1746-4b70-8d90-c83f4330e5ed" providerId="ADAL" clId="{FFF1DA74-BEAE-470B-8D8A-B7A1F3E1BF85}" dt="2026-05-26T09:13:32.946" v="189"/>
          <ac:spMkLst>
            <pc:docMk/>
            <pc:sldMk cId="2585979327" sldId="268"/>
            <ac:spMk id="3" creationId="{8E64E963-833B-2BD8-124F-137E9124493A}"/>
          </ac:spMkLst>
        </pc:spChg>
        <pc:graphicFrameChg chg="add mod modGraphic">
          <ac:chgData name="Alessandro Di Piazza" userId="242384fd-1746-4b70-8d90-c83f4330e5ed" providerId="ADAL" clId="{FFF1DA74-BEAE-470B-8D8A-B7A1F3E1BF85}" dt="2026-05-26T09:13:58.730" v="194" actId="113"/>
          <ac:graphicFrameMkLst>
            <pc:docMk/>
            <pc:sldMk cId="2585979327" sldId="268"/>
            <ac:graphicFrameMk id="4" creationId="{864CF3AA-9F7F-41FC-9443-C82343EEF79F}"/>
          </ac:graphicFrameMkLst>
        </pc:graphicFrameChg>
        <pc:picChg chg="add mod">
          <ac:chgData name="Alessandro Di Piazza" userId="242384fd-1746-4b70-8d90-c83f4330e5ed" providerId="ADAL" clId="{FFF1DA74-BEAE-470B-8D8A-B7A1F3E1BF85}" dt="2026-05-26T09:14:00.443" v="195" actId="1076"/>
          <ac:picMkLst>
            <pc:docMk/>
            <pc:sldMk cId="2585979327" sldId="268"/>
            <ac:picMk id="4098" creationId="{D1B89D6C-E577-6652-956F-C6EAA761CAFD}"/>
          </ac:picMkLst>
        </pc:picChg>
      </pc:sldChg>
      <pc:sldChg chg="addSp modSp new mod">
        <pc:chgData name="Alessandro Di Piazza" userId="242384fd-1746-4b70-8d90-c83f4330e5ed" providerId="ADAL" clId="{FFF1DA74-BEAE-470B-8D8A-B7A1F3E1BF85}" dt="2026-05-26T09:44:29.465" v="617" actId="2711"/>
        <pc:sldMkLst>
          <pc:docMk/>
          <pc:sldMk cId="3848991025" sldId="269"/>
        </pc:sldMkLst>
        <pc:spChg chg="mod">
          <ac:chgData name="Alessandro Di Piazza" userId="242384fd-1746-4b70-8d90-c83f4330e5ed" providerId="ADAL" clId="{FFF1DA74-BEAE-470B-8D8A-B7A1F3E1BF85}" dt="2026-05-26T09:16:43.554" v="260" actId="20577"/>
          <ac:spMkLst>
            <pc:docMk/>
            <pc:sldMk cId="3848991025" sldId="269"/>
            <ac:spMk id="2" creationId="{95429BD9-E76C-0CF2-CDBB-660A014AD5AE}"/>
          </ac:spMkLst>
        </pc:spChg>
        <pc:spChg chg="mod">
          <ac:chgData name="Alessandro Di Piazza" userId="242384fd-1746-4b70-8d90-c83f4330e5ed" providerId="ADAL" clId="{FFF1DA74-BEAE-470B-8D8A-B7A1F3E1BF85}" dt="2026-05-26T09:44:29.465" v="617" actId="2711"/>
          <ac:spMkLst>
            <pc:docMk/>
            <pc:sldMk cId="3848991025" sldId="269"/>
            <ac:spMk id="3" creationId="{52849A2A-F802-A27C-D5FA-0FA2E8E34A45}"/>
          </ac:spMkLst>
        </pc:spChg>
        <pc:spChg chg="add">
          <ac:chgData name="Alessandro Di Piazza" userId="242384fd-1746-4b70-8d90-c83f4330e5ed" providerId="ADAL" clId="{FFF1DA74-BEAE-470B-8D8A-B7A1F3E1BF85}" dt="2026-05-26T09:31:08.360" v="284"/>
          <ac:spMkLst>
            <pc:docMk/>
            <pc:sldMk cId="3848991025" sldId="269"/>
            <ac:spMk id="4" creationId="{F2EDF04D-9870-FE2F-52A5-19C187347B8B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09:37:41.560" v="437" actId="404"/>
        <pc:sldMkLst>
          <pc:docMk/>
          <pc:sldMk cId="1713799230" sldId="270"/>
        </pc:sldMkLst>
        <pc:spChg chg="mod">
          <ac:chgData name="Alessandro Di Piazza" userId="242384fd-1746-4b70-8d90-c83f4330e5ed" providerId="ADAL" clId="{FFF1DA74-BEAE-470B-8D8A-B7A1F3E1BF85}" dt="2026-05-26T09:37:07.802" v="421"/>
          <ac:spMkLst>
            <pc:docMk/>
            <pc:sldMk cId="1713799230" sldId="270"/>
            <ac:spMk id="2" creationId="{F44B7C73-7E2E-02AB-AD34-72024B625878}"/>
          </ac:spMkLst>
        </pc:spChg>
        <pc:spChg chg="mod">
          <ac:chgData name="Alessandro Di Piazza" userId="242384fd-1746-4b70-8d90-c83f4330e5ed" providerId="ADAL" clId="{FFF1DA74-BEAE-470B-8D8A-B7A1F3E1BF85}" dt="2026-05-26T09:37:41.560" v="437" actId="404"/>
          <ac:spMkLst>
            <pc:docMk/>
            <pc:sldMk cId="1713799230" sldId="270"/>
            <ac:spMk id="3" creationId="{EEAECA91-6EFD-EE82-D708-FE96FF05ABCC}"/>
          </ac:spMkLst>
        </pc:spChg>
        <pc:spChg chg="add del">
          <ac:chgData name="Alessandro Di Piazza" userId="242384fd-1746-4b70-8d90-c83f4330e5ed" providerId="ADAL" clId="{FFF1DA74-BEAE-470B-8D8A-B7A1F3E1BF85}" dt="2026-05-26T09:36:00.763" v="410" actId="478"/>
          <ac:spMkLst>
            <pc:docMk/>
            <pc:sldMk cId="1713799230" sldId="270"/>
            <ac:spMk id="4" creationId="{18B22952-0A49-0059-F319-154C2D6AB385}"/>
          </ac:spMkLst>
        </pc:spChg>
        <pc:spChg chg="add del">
          <ac:chgData name="Alessandro Di Piazza" userId="242384fd-1746-4b70-8d90-c83f4330e5ed" providerId="ADAL" clId="{FFF1DA74-BEAE-470B-8D8A-B7A1F3E1BF85}" dt="2026-05-26T09:36:20.152" v="412" actId="478"/>
          <ac:spMkLst>
            <pc:docMk/>
            <pc:sldMk cId="1713799230" sldId="270"/>
            <ac:spMk id="5" creationId="{53787EF8-EF7E-2117-9845-68973036CDC0}"/>
          </ac:spMkLst>
        </pc:spChg>
        <pc:picChg chg="add del mod">
          <ac:chgData name="Alessandro Di Piazza" userId="242384fd-1746-4b70-8d90-c83f4330e5ed" providerId="ADAL" clId="{FFF1DA74-BEAE-470B-8D8A-B7A1F3E1BF85}" dt="2026-05-26T09:37:02.494" v="418" actId="21"/>
          <ac:picMkLst>
            <pc:docMk/>
            <pc:sldMk cId="1713799230" sldId="270"/>
            <ac:picMk id="7" creationId="{0FD2EBE9-2577-30DE-7C3E-F4DD3BCBBBBB}"/>
          </ac:picMkLst>
        </pc:picChg>
        <pc:picChg chg="add mod">
          <ac:chgData name="Alessandro Di Piazza" userId="242384fd-1746-4b70-8d90-c83f4330e5ed" providerId="ADAL" clId="{FFF1DA74-BEAE-470B-8D8A-B7A1F3E1BF85}" dt="2026-05-26T09:34:48.707" v="376" actId="1076"/>
          <ac:picMkLst>
            <pc:docMk/>
            <pc:sldMk cId="1713799230" sldId="270"/>
            <ac:picMk id="10242" creationId="{FD8B18BA-E538-B610-5FEE-88900C4C99EA}"/>
          </ac:picMkLst>
        </pc:picChg>
        <pc:picChg chg="add mod">
          <ac:chgData name="Alessandro Di Piazza" userId="242384fd-1746-4b70-8d90-c83f4330e5ed" providerId="ADAL" clId="{FFF1DA74-BEAE-470B-8D8A-B7A1F3E1BF85}" dt="2026-05-26T09:34:51.352" v="379" actId="1076"/>
          <ac:picMkLst>
            <pc:docMk/>
            <pc:sldMk cId="1713799230" sldId="270"/>
            <ac:picMk id="10244" creationId="{D641D7BA-802C-24B3-5F30-E1444AAB6AF4}"/>
          </ac:picMkLst>
        </pc:picChg>
        <pc:picChg chg="add del mod">
          <ac:chgData name="Alessandro Di Piazza" userId="242384fd-1746-4b70-8d90-c83f4330e5ed" providerId="ADAL" clId="{FFF1DA74-BEAE-470B-8D8A-B7A1F3E1BF85}" dt="2026-05-26T09:35:23.758" v="399" actId="478"/>
          <ac:picMkLst>
            <pc:docMk/>
            <pc:sldMk cId="1713799230" sldId="270"/>
            <ac:picMk id="10246" creationId="{D7B12420-3CED-B339-1236-A8517AB0EEDA}"/>
          </ac:picMkLst>
        </pc:picChg>
        <pc:picChg chg="add mod">
          <ac:chgData name="Alessandro Di Piazza" userId="242384fd-1746-4b70-8d90-c83f4330e5ed" providerId="ADAL" clId="{FFF1DA74-BEAE-470B-8D8A-B7A1F3E1BF85}" dt="2026-05-26T09:35:46.872" v="408" actId="1076"/>
          <ac:picMkLst>
            <pc:docMk/>
            <pc:sldMk cId="1713799230" sldId="270"/>
            <ac:picMk id="10248" creationId="{D2261D41-9F50-E374-4F26-1BA766DFFF6F}"/>
          </ac:picMkLst>
        </pc:picChg>
      </pc:sldChg>
      <pc:sldChg chg="modSp new mod ord">
        <pc:chgData name="Alessandro Di Piazza" userId="242384fd-1746-4b70-8d90-c83f4330e5ed" providerId="ADAL" clId="{FFF1DA74-BEAE-470B-8D8A-B7A1F3E1BF85}" dt="2026-05-26T09:51:50.966" v="657"/>
        <pc:sldMkLst>
          <pc:docMk/>
          <pc:sldMk cId="4032614306" sldId="271"/>
        </pc:sldMkLst>
        <pc:spChg chg="mod">
          <ac:chgData name="Alessandro Di Piazza" userId="242384fd-1746-4b70-8d90-c83f4330e5ed" providerId="ADAL" clId="{FFF1DA74-BEAE-470B-8D8A-B7A1F3E1BF85}" dt="2026-05-26T09:32:36.935" v="341" actId="20577"/>
          <ac:spMkLst>
            <pc:docMk/>
            <pc:sldMk cId="4032614306" sldId="271"/>
            <ac:spMk id="2" creationId="{93654F62-F264-EE8F-96D0-CA3868328737}"/>
          </ac:spMkLst>
        </pc:spChg>
        <pc:spChg chg="mod">
          <ac:chgData name="Alessandro Di Piazza" userId="242384fd-1746-4b70-8d90-c83f4330e5ed" providerId="ADAL" clId="{FFF1DA74-BEAE-470B-8D8A-B7A1F3E1BF85}" dt="2026-05-26T09:33:20.255" v="355" actId="2711"/>
          <ac:spMkLst>
            <pc:docMk/>
            <pc:sldMk cId="4032614306" sldId="271"/>
            <ac:spMk id="3" creationId="{C84F2A77-45A6-78B9-9F43-E04C86CECE77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09:39:36.082" v="479" actId="2711"/>
        <pc:sldMkLst>
          <pc:docMk/>
          <pc:sldMk cId="1250595761" sldId="272"/>
        </pc:sldMkLst>
        <pc:spChg chg="mod">
          <ac:chgData name="Alessandro Di Piazza" userId="242384fd-1746-4b70-8d90-c83f4330e5ed" providerId="ADAL" clId="{FFF1DA74-BEAE-470B-8D8A-B7A1F3E1BF85}" dt="2026-05-26T09:33:38.370" v="358"/>
          <ac:spMkLst>
            <pc:docMk/>
            <pc:sldMk cId="1250595761" sldId="272"/>
            <ac:spMk id="2" creationId="{E17E297A-5604-D248-A394-6B44DCD85BE3}"/>
          </ac:spMkLst>
        </pc:spChg>
        <pc:spChg chg="del">
          <ac:chgData name="Alessandro Di Piazza" userId="242384fd-1746-4b70-8d90-c83f4330e5ed" providerId="ADAL" clId="{FFF1DA74-BEAE-470B-8D8A-B7A1F3E1BF85}" dt="2026-05-26T09:33:42.249" v="359"/>
          <ac:spMkLst>
            <pc:docMk/>
            <pc:sldMk cId="1250595761" sldId="272"/>
            <ac:spMk id="3" creationId="{5AAED8DF-E9AD-66E5-6EFA-6B70C3724326}"/>
          </ac:spMkLst>
        </pc:spChg>
        <pc:spChg chg="add mod">
          <ac:chgData name="Alessandro Di Piazza" userId="242384fd-1746-4b70-8d90-c83f4330e5ed" providerId="ADAL" clId="{FFF1DA74-BEAE-470B-8D8A-B7A1F3E1BF85}" dt="2026-05-26T09:39:36.082" v="479" actId="2711"/>
          <ac:spMkLst>
            <pc:docMk/>
            <pc:sldMk cId="1250595761" sldId="272"/>
            <ac:spMk id="4" creationId="{8FD06E48-B11F-C26B-D83B-E4ED2379A151}"/>
          </ac:spMkLst>
        </pc:spChg>
        <pc:spChg chg="add del mod">
          <ac:chgData name="Alessandro Di Piazza" userId="242384fd-1746-4b70-8d90-c83f4330e5ed" providerId="ADAL" clId="{FFF1DA74-BEAE-470B-8D8A-B7A1F3E1BF85}" dt="2026-05-26T09:39:18.690" v="470" actId="478"/>
          <ac:spMkLst>
            <pc:docMk/>
            <pc:sldMk cId="1250595761" sldId="272"/>
            <ac:spMk id="6" creationId="{D225C994-4538-CB83-33DC-FCEAFCEAD792}"/>
          </ac:spMkLst>
        </pc:spChg>
      </pc:sldChg>
      <pc:sldChg chg="addSp modSp new mod ord">
        <pc:chgData name="Alessandro Di Piazza" userId="242384fd-1746-4b70-8d90-c83f4330e5ed" providerId="ADAL" clId="{FFF1DA74-BEAE-470B-8D8A-B7A1F3E1BF85}" dt="2026-05-26T09:37:30.910" v="430" actId="404"/>
        <pc:sldMkLst>
          <pc:docMk/>
          <pc:sldMk cId="2734199197" sldId="273"/>
        </pc:sldMkLst>
        <pc:spChg chg="mod">
          <ac:chgData name="Alessandro Di Piazza" userId="242384fd-1746-4b70-8d90-c83f4330e5ed" providerId="ADAL" clId="{FFF1DA74-BEAE-470B-8D8A-B7A1F3E1BF85}" dt="2026-05-26T09:37:09.097" v="422"/>
          <ac:spMkLst>
            <pc:docMk/>
            <pc:sldMk cId="2734199197" sldId="273"/>
            <ac:spMk id="2" creationId="{B9718099-2E24-7C9E-9E24-4E708459B942}"/>
          </ac:spMkLst>
        </pc:spChg>
        <pc:spChg chg="mod">
          <ac:chgData name="Alessandro Di Piazza" userId="242384fd-1746-4b70-8d90-c83f4330e5ed" providerId="ADAL" clId="{FFF1DA74-BEAE-470B-8D8A-B7A1F3E1BF85}" dt="2026-05-26T09:37:30.910" v="430" actId="404"/>
          <ac:spMkLst>
            <pc:docMk/>
            <pc:sldMk cId="2734199197" sldId="273"/>
            <ac:spMk id="3" creationId="{87A04F8C-767D-CBCB-7AE0-55089260C4F0}"/>
          </ac:spMkLst>
        </pc:spChg>
        <pc:picChg chg="add mod">
          <ac:chgData name="Alessandro Di Piazza" userId="242384fd-1746-4b70-8d90-c83f4330e5ed" providerId="ADAL" clId="{FFF1DA74-BEAE-470B-8D8A-B7A1F3E1BF85}" dt="2026-05-26T09:37:21.449" v="427" actId="1076"/>
          <ac:picMkLst>
            <pc:docMk/>
            <pc:sldMk cId="2734199197" sldId="273"/>
            <ac:picMk id="7" creationId="{0FD2EBE9-2577-30DE-7C3E-F4DD3BCBBBBB}"/>
          </ac:picMkLst>
        </pc:picChg>
      </pc:sldChg>
      <pc:sldChg chg="addSp delSp modSp new mod">
        <pc:chgData name="Alessandro Di Piazza" userId="242384fd-1746-4b70-8d90-c83f4330e5ed" providerId="ADAL" clId="{FFF1DA74-BEAE-470B-8D8A-B7A1F3E1BF85}" dt="2026-05-26T09:38:57.128" v="466" actId="2711"/>
        <pc:sldMkLst>
          <pc:docMk/>
          <pc:sldMk cId="3439722364" sldId="274"/>
        </pc:sldMkLst>
        <pc:spChg chg="mod">
          <ac:chgData name="Alessandro Di Piazza" userId="242384fd-1746-4b70-8d90-c83f4330e5ed" providerId="ADAL" clId="{FFF1DA74-BEAE-470B-8D8A-B7A1F3E1BF85}" dt="2026-05-26T09:38:20.105" v="453" actId="20577"/>
          <ac:spMkLst>
            <pc:docMk/>
            <pc:sldMk cId="3439722364" sldId="274"/>
            <ac:spMk id="2" creationId="{55DAA00B-D9AB-CA6D-19FF-10F09026BD9F}"/>
          </ac:spMkLst>
        </pc:spChg>
        <pc:spChg chg="del">
          <ac:chgData name="Alessandro Di Piazza" userId="242384fd-1746-4b70-8d90-c83f4330e5ed" providerId="ADAL" clId="{FFF1DA74-BEAE-470B-8D8A-B7A1F3E1BF85}" dt="2026-05-26T09:38:23.261" v="454"/>
          <ac:spMkLst>
            <pc:docMk/>
            <pc:sldMk cId="3439722364" sldId="274"/>
            <ac:spMk id="3" creationId="{185C7235-BA1D-3064-13E0-125C82E22480}"/>
          </ac:spMkLst>
        </pc:spChg>
        <pc:spChg chg="add mod">
          <ac:chgData name="Alessandro Di Piazza" userId="242384fd-1746-4b70-8d90-c83f4330e5ed" providerId="ADAL" clId="{FFF1DA74-BEAE-470B-8D8A-B7A1F3E1BF85}" dt="2026-05-26T09:38:57.128" v="466" actId="2711"/>
          <ac:spMkLst>
            <pc:docMk/>
            <pc:sldMk cId="3439722364" sldId="274"/>
            <ac:spMk id="4" creationId="{5B7A3D4B-4AD9-2A52-1D87-F52658DDD9AB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09:57:30.504" v="674" actId="404"/>
        <pc:sldMkLst>
          <pc:docMk/>
          <pc:sldMk cId="532823908" sldId="275"/>
        </pc:sldMkLst>
        <pc:spChg chg="mod">
          <ac:chgData name="Alessandro Di Piazza" userId="242384fd-1746-4b70-8d90-c83f4330e5ed" providerId="ADAL" clId="{FFF1DA74-BEAE-470B-8D8A-B7A1F3E1BF85}" dt="2026-05-26T09:40:03.817" v="502" actId="20577"/>
          <ac:spMkLst>
            <pc:docMk/>
            <pc:sldMk cId="532823908" sldId="275"/>
            <ac:spMk id="2" creationId="{C46BE22E-E188-2D38-79A7-39CDD27D9DF7}"/>
          </ac:spMkLst>
        </pc:spChg>
        <pc:spChg chg="del mod">
          <ac:chgData name="Alessandro Di Piazza" userId="242384fd-1746-4b70-8d90-c83f4330e5ed" providerId="ADAL" clId="{FFF1DA74-BEAE-470B-8D8A-B7A1F3E1BF85}" dt="2026-05-26T09:40:14.608" v="504"/>
          <ac:spMkLst>
            <pc:docMk/>
            <pc:sldMk cId="532823908" sldId="275"/>
            <ac:spMk id="3" creationId="{9CF253AA-0069-D163-A415-1D8C9A89D884}"/>
          </ac:spMkLst>
        </pc:spChg>
        <pc:spChg chg="add mod">
          <ac:chgData name="Alessandro Di Piazza" userId="242384fd-1746-4b70-8d90-c83f4330e5ed" providerId="ADAL" clId="{FFF1DA74-BEAE-470B-8D8A-B7A1F3E1BF85}" dt="2026-05-26T09:57:30.504" v="674" actId="404"/>
          <ac:spMkLst>
            <pc:docMk/>
            <pc:sldMk cId="532823908" sldId="275"/>
            <ac:spMk id="4" creationId="{161F58C5-6677-A28D-9947-3E27AB03AB30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09:50:17.832" v="655" actId="1076"/>
        <pc:sldMkLst>
          <pc:docMk/>
          <pc:sldMk cId="616972256" sldId="276"/>
        </pc:sldMkLst>
        <pc:spChg chg="mod">
          <ac:chgData name="Alessandro Di Piazza" userId="242384fd-1746-4b70-8d90-c83f4330e5ed" providerId="ADAL" clId="{FFF1DA74-BEAE-470B-8D8A-B7A1F3E1BF85}" dt="2026-05-26T09:41:02.562" v="532" actId="20577"/>
          <ac:spMkLst>
            <pc:docMk/>
            <pc:sldMk cId="616972256" sldId="276"/>
            <ac:spMk id="2" creationId="{D9DAE9AE-C5EB-FB4F-C234-DE2F9BBB3C33}"/>
          </ac:spMkLst>
        </pc:spChg>
        <pc:spChg chg="del">
          <ac:chgData name="Alessandro Di Piazza" userId="242384fd-1746-4b70-8d90-c83f4330e5ed" providerId="ADAL" clId="{FFF1DA74-BEAE-470B-8D8A-B7A1F3E1BF85}" dt="2026-05-26T09:41:09.200" v="533"/>
          <ac:spMkLst>
            <pc:docMk/>
            <pc:sldMk cId="616972256" sldId="276"/>
            <ac:spMk id="3" creationId="{297426A5-961F-E22D-F856-82C50944A395}"/>
          </ac:spMkLst>
        </pc:spChg>
        <pc:spChg chg="add mod">
          <ac:chgData name="Alessandro Di Piazza" userId="242384fd-1746-4b70-8d90-c83f4330e5ed" providerId="ADAL" clId="{FFF1DA74-BEAE-470B-8D8A-B7A1F3E1BF85}" dt="2026-05-26T09:50:14.455" v="654" actId="14100"/>
          <ac:spMkLst>
            <pc:docMk/>
            <pc:sldMk cId="616972256" sldId="276"/>
            <ac:spMk id="4" creationId="{83C7030F-AB71-ED06-192F-C5364C699AE9}"/>
          </ac:spMkLst>
        </pc:spChg>
        <pc:spChg chg="add del">
          <ac:chgData name="Alessandro Di Piazza" userId="242384fd-1746-4b70-8d90-c83f4330e5ed" providerId="ADAL" clId="{FFF1DA74-BEAE-470B-8D8A-B7A1F3E1BF85}" dt="2026-05-26T09:49:08.138" v="619" actId="22"/>
          <ac:spMkLst>
            <pc:docMk/>
            <pc:sldMk cId="616972256" sldId="276"/>
            <ac:spMk id="6" creationId="{E4505B5D-4459-6DCF-2058-7B203758AF72}"/>
          </ac:spMkLst>
        </pc:spChg>
        <pc:spChg chg="add mod">
          <ac:chgData name="Alessandro Di Piazza" userId="242384fd-1746-4b70-8d90-c83f4330e5ed" providerId="ADAL" clId="{FFF1DA74-BEAE-470B-8D8A-B7A1F3E1BF85}" dt="2026-05-26T09:50:17.832" v="655" actId="1076"/>
          <ac:spMkLst>
            <pc:docMk/>
            <pc:sldMk cId="616972256" sldId="276"/>
            <ac:spMk id="8" creationId="{25F853A2-9162-1AA1-4712-851DBFDC8E0A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09:43:13.793" v="573" actId="20577"/>
        <pc:sldMkLst>
          <pc:docMk/>
          <pc:sldMk cId="1525288622" sldId="277"/>
        </pc:sldMkLst>
        <pc:spChg chg="mod">
          <ac:chgData name="Alessandro Di Piazza" userId="242384fd-1746-4b70-8d90-c83f4330e5ed" providerId="ADAL" clId="{FFF1DA74-BEAE-470B-8D8A-B7A1F3E1BF85}" dt="2026-05-26T09:42:41.149" v="559" actId="20577"/>
          <ac:spMkLst>
            <pc:docMk/>
            <pc:sldMk cId="1525288622" sldId="277"/>
            <ac:spMk id="2" creationId="{7D83D41E-1560-77D3-B33E-5C33546EE0E7}"/>
          </ac:spMkLst>
        </pc:spChg>
        <pc:spChg chg="del">
          <ac:chgData name="Alessandro Di Piazza" userId="242384fd-1746-4b70-8d90-c83f4330e5ed" providerId="ADAL" clId="{FFF1DA74-BEAE-470B-8D8A-B7A1F3E1BF85}" dt="2026-05-26T09:42:44.451" v="560"/>
          <ac:spMkLst>
            <pc:docMk/>
            <pc:sldMk cId="1525288622" sldId="277"/>
            <ac:spMk id="3" creationId="{821B39C8-A2A6-8E96-CF42-93B2F9AA066B}"/>
          </ac:spMkLst>
        </pc:spChg>
        <pc:spChg chg="add mod">
          <ac:chgData name="Alessandro Di Piazza" userId="242384fd-1746-4b70-8d90-c83f4330e5ed" providerId="ADAL" clId="{FFF1DA74-BEAE-470B-8D8A-B7A1F3E1BF85}" dt="2026-05-26T09:43:13.793" v="573" actId="20577"/>
          <ac:spMkLst>
            <pc:docMk/>
            <pc:sldMk cId="1525288622" sldId="277"/>
            <ac:spMk id="4" creationId="{450C43DD-0BDB-DFBA-69D9-FC92795ECD13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6T10:20:23.592" v="852" actId="2711"/>
        <pc:sldMkLst>
          <pc:docMk/>
          <pc:sldMk cId="3184861787" sldId="278"/>
        </pc:sldMkLst>
        <pc:spChg chg="mod">
          <ac:chgData name="Alessandro Di Piazza" userId="242384fd-1746-4b70-8d90-c83f4330e5ed" providerId="ADAL" clId="{FFF1DA74-BEAE-470B-8D8A-B7A1F3E1BF85}" dt="2026-05-26T10:08:19.102" v="683" actId="20577"/>
          <ac:spMkLst>
            <pc:docMk/>
            <pc:sldMk cId="3184861787" sldId="278"/>
            <ac:spMk id="2" creationId="{72E5E8B8-3942-9D78-D433-74AB17F2D74F}"/>
          </ac:spMkLst>
        </pc:spChg>
        <pc:spChg chg="del">
          <ac:chgData name="Alessandro Di Piazza" userId="242384fd-1746-4b70-8d90-c83f4330e5ed" providerId="ADAL" clId="{FFF1DA74-BEAE-470B-8D8A-B7A1F3E1BF85}" dt="2026-05-26T09:43:34.309" v="591"/>
          <ac:spMkLst>
            <pc:docMk/>
            <pc:sldMk cId="3184861787" sldId="278"/>
            <ac:spMk id="3" creationId="{3999C49A-FD2C-2EF3-236C-71218ED3FD09}"/>
          </ac:spMkLst>
        </pc:spChg>
        <pc:spChg chg="add del mod">
          <ac:chgData name="Alessandro Di Piazza" userId="242384fd-1746-4b70-8d90-c83f4330e5ed" providerId="ADAL" clId="{FFF1DA74-BEAE-470B-8D8A-B7A1F3E1BF85}" dt="2026-05-26T09:43:50.562" v="599" actId="478"/>
          <ac:spMkLst>
            <pc:docMk/>
            <pc:sldMk cId="3184861787" sldId="278"/>
            <ac:spMk id="4" creationId="{2BA786B8-B3A8-CB5C-BECB-C285E19E80C6}"/>
          </ac:spMkLst>
        </pc:spChg>
        <pc:spChg chg="add del mod">
          <ac:chgData name="Alessandro Di Piazza" userId="242384fd-1746-4b70-8d90-c83f4330e5ed" providerId="ADAL" clId="{FFF1DA74-BEAE-470B-8D8A-B7A1F3E1BF85}" dt="2026-05-26T10:08:43.787" v="692" actId="478"/>
          <ac:spMkLst>
            <pc:docMk/>
            <pc:sldMk cId="3184861787" sldId="278"/>
            <ac:spMk id="5" creationId="{6C4249C5-89D8-7514-4B69-F1F3A7DF4F26}"/>
          </ac:spMkLst>
        </pc:spChg>
        <pc:spChg chg="add mod">
          <ac:chgData name="Alessandro Di Piazza" userId="242384fd-1746-4b70-8d90-c83f4330e5ed" providerId="ADAL" clId="{FFF1DA74-BEAE-470B-8D8A-B7A1F3E1BF85}" dt="2026-05-26T10:20:23.592" v="852" actId="2711"/>
          <ac:spMkLst>
            <pc:docMk/>
            <pc:sldMk cId="3184861787" sldId="278"/>
            <ac:spMk id="7" creationId="{0FEC7CDA-3D9E-B607-A5CE-23FB1DCF9936}"/>
          </ac:spMkLst>
        </pc:spChg>
        <pc:spChg chg="add mod">
          <ac:chgData name="Alessandro Di Piazza" userId="242384fd-1746-4b70-8d90-c83f4330e5ed" providerId="ADAL" clId="{FFF1DA74-BEAE-470B-8D8A-B7A1F3E1BF85}" dt="2026-05-26T10:10:20.489" v="723" actId="1076"/>
          <ac:spMkLst>
            <pc:docMk/>
            <pc:sldMk cId="3184861787" sldId="278"/>
            <ac:spMk id="9" creationId="{F1C99CC9-96F8-E020-38A7-7DAC8604C751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0:12:24.970" v="771" actId="27636"/>
        <pc:sldMkLst>
          <pc:docMk/>
          <pc:sldMk cId="2753686019" sldId="279"/>
        </pc:sldMkLst>
        <pc:spChg chg="mod">
          <ac:chgData name="Alessandro Di Piazza" userId="242384fd-1746-4b70-8d90-c83f4330e5ed" providerId="ADAL" clId="{FFF1DA74-BEAE-470B-8D8A-B7A1F3E1BF85}" dt="2026-05-26T10:11:36.466" v="757" actId="20577"/>
          <ac:spMkLst>
            <pc:docMk/>
            <pc:sldMk cId="2753686019" sldId="279"/>
            <ac:spMk id="2" creationId="{7FCC44A7-78D6-A0D3-985D-1D4645097E33}"/>
          </ac:spMkLst>
        </pc:spChg>
        <pc:spChg chg="mod">
          <ac:chgData name="Alessandro Di Piazza" userId="242384fd-1746-4b70-8d90-c83f4330e5ed" providerId="ADAL" clId="{FFF1DA74-BEAE-470B-8D8A-B7A1F3E1BF85}" dt="2026-05-26T10:12:24.970" v="771" actId="27636"/>
          <ac:spMkLst>
            <pc:docMk/>
            <pc:sldMk cId="2753686019" sldId="279"/>
            <ac:spMk id="3" creationId="{DF448B0C-D6B9-A553-919C-F8D871E822B5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0:23:58.953" v="890" actId="20577"/>
        <pc:sldMkLst>
          <pc:docMk/>
          <pc:sldMk cId="3742314127" sldId="280"/>
        </pc:sldMkLst>
        <pc:spChg chg="mod">
          <ac:chgData name="Alessandro Di Piazza" userId="242384fd-1746-4b70-8d90-c83f4330e5ed" providerId="ADAL" clId="{FFF1DA74-BEAE-470B-8D8A-B7A1F3E1BF85}" dt="2026-05-26T10:23:58.953" v="890" actId="20577"/>
          <ac:spMkLst>
            <pc:docMk/>
            <pc:sldMk cId="3742314127" sldId="280"/>
            <ac:spMk id="2" creationId="{F36D9163-54FC-73A1-2279-94634B6DE3EF}"/>
          </ac:spMkLst>
        </pc:spChg>
        <pc:spChg chg="mod">
          <ac:chgData name="Alessandro Di Piazza" userId="242384fd-1746-4b70-8d90-c83f4330e5ed" providerId="ADAL" clId="{FFF1DA74-BEAE-470B-8D8A-B7A1F3E1BF85}" dt="2026-05-26T10:23:24.803" v="889" actId="20577"/>
          <ac:spMkLst>
            <pc:docMk/>
            <pc:sldMk cId="3742314127" sldId="280"/>
            <ac:spMk id="3" creationId="{CC3BCBEE-94B1-D59B-D79D-966632E4F83A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0:25:39.470" v="896" actId="5793"/>
        <pc:sldMkLst>
          <pc:docMk/>
          <pc:sldMk cId="2804860672" sldId="281"/>
        </pc:sldMkLst>
        <pc:spChg chg="mod">
          <ac:chgData name="Alessandro Di Piazza" userId="242384fd-1746-4b70-8d90-c83f4330e5ed" providerId="ADAL" clId="{FFF1DA74-BEAE-470B-8D8A-B7A1F3E1BF85}" dt="2026-05-26T10:24:35.769" v="891"/>
          <ac:spMkLst>
            <pc:docMk/>
            <pc:sldMk cId="2804860672" sldId="281"/>
            <ac:spMk id="2" creationId="{99BB04CD-B553-4A60-F30F-24BC0E56A638}"/>
          </ac:spMkLst>
        </pc:spChg>
        <pc:spChg chg="mod">
          <ac:chgData name="Alessandro Di Piazza" userId="242384fd-1746-4b70-8d90-c83f4330e5ed" providerId="ADAL" clId="{FFF1DA74-BEAE-470B-8D8A-B7A1F3E1BF85}" dt="2026-05-26T10:25:39.470" v="896" actId="5793"/>
          <ac:spMkLst>
            <pc:docMk/>
            <pc:sldMk cId="2804860672" sldId="281"/>
            <ac:spMk id="3" creationId="{7E88FB92-A3A1-C372-F94A-6CD2692BEA93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0:30:53.946" v="942" actId="20577"/>
        <pc:sldMkLst>
          <pc:docMk/>
          <pc:sldMk cId="1482199117" sldId="282"/>
        </pc:sldMkLst>
        <pc:spChg chg="mod">
          <ac:chgData name="Alessandro Di Piazza" userId="242384fd-1746-4b70-8d90-c83f4330e5ed" providerId="ADAL" clId="{FFF1DA74-BEAE-470B-8D8A-B7A1F3E1BF85}" dt="2026-05-26T10:28:22.135" v="918" actId="20577"/>
          <ac:spMkLst>
            <pc:docMk/>
            <pc:sldMk cId="1482199117" sldId="282"/>
            <ac:spMk id="2" creationId="{CE6D0D22-9E1B-4A74-C109-4EB846A57068}"/>
          </ac:spMkLst>
        </pc:spChg>
        <pc:spChg chg="mod">
          <ac:chgData name="Alessandro Di Piazza" userId="242384fd-1746-4b70-8d90-c83f4330e5ed" providerId="ADAL" clId="{FFF1DA74-BEAE-470B-8D8A-B7A1F3E1BF85}" dt="2026-05-26T10:30:53.946" v="942" actId="20577"/>
          <ac:spMkLst>
            <pc:docMk/>
            <pc:sldMk cId="1482199117" sldId="282"/>
            <ac:spMk id="3" creationId="{3A415881-B000-4146-8154-C80ECEC8C9C6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0:31:44.907" v="988"/>
        <pc:sldMkLst>
          <pc:docMk/>
          <pc:sldMk cId="4049800192" sldId="283"/>
        </pc:sldMkLst>
        <pc:spChg chg="mod">
          <ac:chgData name="Alessandro Di Piazza" userId="242384fd-1746-4b70-8d90-c83f4330e5ed" providerId="ADAL" clId="{FFF1DA74-BEAE-470B-8D8A-B7A1F3E1BF85}" dt="2026-05-26T10:31:35.488" v="985" actId="20577"/>
          <ac:spMkLst>
            <pc:docMk/>
            <pc:sldMk cId="4049800192" sldId="283"/>
            <ac:spMk id="2" creationId="{DCCB7710-5D08-B8F4-68A7-6183A263C7BC}"/>
          </ac:spMkLst>
        </pc:spChg>
        <pc:spChg chg="mod">
          <ac:chgData name="Alessandro Di Piazza" userId="242384fd-1746-4b70-8d90-c83f4330e5ed" providerId="ADAL" clId="{FFF1DA74-BEAE-470B-8D8A-B7A1F3E1BF85}" dt="2026-05-26T10:31:44.907" v="988"/>
          <ac:spMkLst>
            <pc:docMk/>
            <pc:sldMk cId="4049800192" sldId="283"/>
            <ac:spMk id="3" creationId="{DB592FD8-3A0F-FC99-D8BF-1BCE89C24C64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0:33:21.687" v="995" actId="20577"/>
        <pc:sldMkLst>
          <pc:docMk/>
          <pc:sldMk cId="1774871054" sldId="284"/>
        </pc:sldMkLst>
        <pc:spChg chg="mod">
          <ac:chgData name="Alessandro Di Piazza" userId="242384fd-1746-4b70-8d90-c83f4330e5ed" providerId="ADAL" clId="{FFF1DA74-BEAE-470B-8D8A-B7A1F3E1BF85}" dt="2026-05-26T10:33:21.687" v="995" actId="20577"/>
          <ac:spMkLst>
            <pc:docMk/>
            <pc:sldMk cId="1774871054" sldId="284"/>
            <ac:spMk id="2" creationId="{AF3F5364-F5C0-2B1A-0188-FA397CB7A0A2}"/>
          </ac:spMkLst>
        </pc:spChg>
        <pc:spChg chg="mod">
          <ac:chgData name="Alessandro Di Piazza" userId="242384fd-1746-4b70-8d90-c83f4330e5ed" providerId="ADAL" clId="{FFF1DA74-BEAE-470B-8D8A-B7A1F3E1BF85}" dt="2026-05-26T10:32:42.465" v="991"/>
          <ac:spMkLst>
            <pc:docMk/>
            <pc:sldMk cId="1774871054" sldId="284"/>
            <ac:spMk id="3" creationId="{6A5498CD-2DB9-10C6-7BCA-8B159B10BF85}"/>
          </ac:spMkLst>
        </pc:spChg>
      </pc:sldChg>
      <pc:sldChg chg="modSp new mod">
        <pc:chgData name="Alessandro Di Piazza" userId="242384fd-1746-4b70-8d90-c83f4330e5ed" providerId="ADAL" clId="{FFF1DA74-BEAE-470B-8D8A-B7A1F3E1BF85}" dt="2026-05-26T10:38:10.647" v="1059" actId="20577"/>
        <pc:sldMkLst>
          <pc:docMk/>
          <pc:sldMk cId="831113614" sldId="285"/>
        </pc:sldMkLst>
        <pc:spChg chg="mod">
          <ac:chgData name="Alessandro Di Piazza" userId="242384fd-1746-4b70-8d90-c83f4330e5ed" providerId="ADAL" clId="{FFF1DA74-BEAE-470B-8D8A-B7A1F3E1BF85}" dt="2026-05-26T10:33:29.825" v="1000" actId="20577"/>
          <ac:spMkLst>
            <pc:docMk/>
            <pc:sldMk cId="831113614" sldId="285"/>
            <ac:spMk id="2" creationId="{2BA0B5B6-4BF0-FBA1-7AFA-42A19ADDEC77}"/>
          </ac:spMkLst>
        </pc:spChg>
        <pc:spChg chg="mod">
          <ac:chgData name="Alessandro Di Piazza" userId="242384fd-1746-4b70-8d90-c83f4330e5ed" providerId="ADAL" clId="{FFF1DA74-BEAE-470B-8D8A-B7A1F3E1BF85}" dt="2026-05-26T10:38:10.647" v="1059" actId="20577"/>
          <ac:spMkLst>
            <pc:docMk/>
            <pc:sldMk cId="831113614" sldId="285"/>
            <ac:spMk id="3" creationId="{C4308F9A-C1D4-FE28-6970-689C2D18C2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649B-FB7B-A554-4882-0F71307F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33BEB-1065-4235-4D23-D77BE256A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139E-DBC3-C411-D6FA-8AD6171B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7A8CF-A7E7-C76A-B70C-CC913F7E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3E73B-E3A7-FC76-EABD-BC9E2D2B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8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90EA-4947-A30D-E311-52222933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0E02-545C-F6D9-D156-41FB4A04D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08094-E153-4854-C0D8-87620470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01987-8BF6-6362-8682-451619BB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6078-8D92-E4D4-85F9-27A5CD0E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1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A3B4-C73A-FE9B-FE77-196872D7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0296F-4694-F59E-9B66-85BE33BA6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480AE-BCD4-BBFE-B488-7EFBB53D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4B822-625D-47B5-33D0-58A0EFE8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E531-E9B8-C965-AA6E-9C2014D0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3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9FA4-A347-9CC2-4D9C-6878EAC9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A9A1-E618-BEC9-8CFA-E4F6C92B1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E9E75-D3BA-4C42-5B64-884EBB6CE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FDE7-4A70-36C5-BB84-0E92B349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C9882-1F1E-7409-AAA5-7582A507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F6730-215A-9652-05CF-BFF89A43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8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D47B-2760-0E3E-9406-261DCF0F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BB69-F784-E6B6-FA39-D09A2D94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5F83A-8F9B-B297-F089-042C42523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BB55D-6C7D-3739-CFA6-1FD2386F8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E0EAD-D139-192C-09BE-E2EB5D289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16598-E3C9-78C6-A77C-8BC63065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8E6F1-FF43-CC84-2F1A-20BB3FB8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630B5-EBCC-ABE3-4B2C-DED95B2E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3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3975-2AA1-10CB-ACAC-22A3FABE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C453-E0CE-19C3-018F-FFA770DE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263D7-C382-E921-6F03-8A076FE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4C809-4B9D-728F-86D5-ABE2D8CC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3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01C14-C535-A95B-3589-7A4958F2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F8DF0-5D8E-BA5B-8E41-466A9ACE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326C4-CE93-815C-F2B1-78151CD5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9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8C71-570E-24BC-90D1-DE215054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F4611-C198-8FF4-3243-5C70B1D4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731B1-F4A6-857C-1239-ECE7FCB39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D9992-D37E-A656-796E-FAAE2C3E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42EC-819C-92D8-3C9F-38B08849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0625A-1A82-9C52-D4BC-CE22A253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65CA-DA3F-F0D8-2E85-8C18A676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F9E0D-C8E4-7397-1396-AF33BA7A7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5A831-CF04-B6E0-311E-0D2171F8E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3117C-3AE7-FE27-8192-9B41D2D7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A8B9F-1884-67B8-2A87-3B0E8D7F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570DD-6488-A66C-7515-BCFEC5DC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8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BFA7-B3C6-B0B5-3F0D-F8CDD78E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ED0AE-3C77-1AED-115F-C50B6D955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5AA6-C1EE-0558-A55E-3BF03E5A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F2EFB-6321-C7EB-CB6C-BB655B5F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6CFF-0D18-FD12-C6DF-1944DE48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7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732AB-2C3B-94E2-BEC2-DEE846096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F6FDD-CE31-88B4-7976-76C69F43D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6E839-ECE5-E8EB-E41A-33A134D7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9E44D-FEBB-33EB-4321-C5F6A696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D5C07-01A2-951E-9ADC-83D3C9AA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9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A9710-D7DA-FB24-42B5-E046E17A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86FAB-1A7B-DB26-2773-C63D20A2A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4B90-A93E-415F-FC1E-8267B24F3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5B9A4-39DC-4E39-840A-704E3970A69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57365-83EF-9A24-07D4-1EE5BD35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27A51-9C8C-0B11-05A1-78030A0C3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Maggio</a:t>
            </a:r>
          </a:p>
          <a:p>
            <a:r>
              <a:rPr lang="en-US" dirty="0"/>
              <a:t>28-29 Maggio</a:t>
            </a:r>
          </a:p>
          <a:p>
            <a:r>
              <a:rPr lang="en-US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321A-3DBB-2CEA-D316-61BA3B8C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BDDAD-F2BA-5EC9-FC79-760DE859A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	Interfacce grafiche con WxPython</a:t>
            </a:r>
          </a:p>
          <a:p>
            <a:pPr marL="0" indent="0">
              <a:buNone/>
            </a:pPr>
            <a:r>
              <a:rPr lang="it-IT" dirty="0"/>
              <a:t>	Python web Django e REST API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028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3CA0-0BA0-D012-1729-683653F0A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wxPython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20C84-4FC0-D38F-4422-2BC18EE2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pip install </a:t>
            </a:r>
            <a:r>
              <a:rPr lang="en-US" dirty="0" err="1"/>
              <a:t>wxPython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b="1" dirty="0"/>
              <a:t>wx.App()</a:t>
            </a:r>
          </a:p>
          <a:p>
            <a:pPr marL="0" indent="0">
              <a:buNone/>
            </a:pPr>
            <a:r>
              <a:rPr lang="it-IT" dirty="0"/>
              <a:t>Crea l’applicazione.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wx.Frame</a:t>
            </a:r>
          </a:p>
          <a:p>
            <a:pPr marL="0" indent="0">
              <a:buNone/>
            </a:pPr>
            <a:r>
              <a:rPr lang="it-IT" dirty="0"/>
              <a:t>Crea la finestra.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Show()</a:t>
            </a:r>
          </a:p>
          <a:p>
            <a:pPr marL="0" indent="0">
              <a:buNone/>
            </a:pPr>
            <a:r>
              <a:rPr lang="it-IT" dirty="0"/>
              <a:t>Mostra la finestra.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MainLoop()</a:t>
            </a:r>
          </a:p>
          <a:p>
            <a:pPr marL="0" indent="0">
              <a:buNone/>
            </a:pPr>
            <a:r>
              <a:rPr lang="it-IT" dirty="0"/>
              <a:t>Avvia il loop eventi.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57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F9BB-0821-1150-6E14-176FB23D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wxPython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C7FAF-7BB3-DD18-BC40-691505862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Frame</a:t>
            </a:r>
            <a:br>
              <a:rPr lang="en-US" dirty="0"/>
            </a:br>
            <a:r>
              <a:rPr lang="en-US" dirty="0"/>
              <a:t>└── Panel</a:t>
            </a:r>
            <a:br>
              <a:rPr lang="en-US" dirty="0"/>
            </a:br>
            <a:r>
              <a:rPr lang="en-US" dirty="0"/>
              <a:t>	└── Button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b="1" dirty="0"/>
              <a:t>Event-driven programming</a:t>
            </a:r>
          </a:p>
          <a:p>
            <a:pPr marL="0" indent="0">
              <a:buNone/>
            </a:pPr>
            <a:r>
              <a:rPr lang="it-IT" dirty="0"/>
              <a:t>Il programma:</a:t>
            </a:r>
          </a:p>
          <a:p>
            <a:pPr marL="0" indent="0">
              <a:buNone/>
            </a:pPr>
            <a:r>
              <a:rPr lang="it-IT" dirty="0"/>
              <a:t>	NON esegue sequenzialmente </a:t>
            </a:r>
          </a:p>
          <a:p>
            <a:pPr marL="0" indent="0">
              <a:buNone/>
            </a:pPr>
            <a:r>
              <a:rPr lang="it-IT" dirty="0"/>
              <a:t>	aspetta eventi utente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4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2F2B-73DE-81BC-CFBC-F04D7841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Widgets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E3111E-ADC6-826C-E5FD-757F9ABA0A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183922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11945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Widget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876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wx.Frame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Main application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65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wx.Panel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Container for other widgets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955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wx.Button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Clickable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57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wx.StaticText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text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739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wx.TextCtrl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 input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556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wx.CheckBox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685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wx.RadioButton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Radio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057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wx.ComboBox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Dropdown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24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wx.ListBox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 of selectable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015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wx.Slider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Slider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402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45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2DF3-A424-BDCB-628A-860592A3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Widgets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A578B3-B382-919B-CBCF-D196959C3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8941927"/>
              </p:ext>
            </p:extLst>
          </p:nvPr>
        </p:nvGraphicFramePr>
        <p:xfrm>
          <a:off x="838200" y="1575445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571391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26124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Widget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783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wx.BoxSizer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Horizontal/vertical 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967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wx.GridSizer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Grid 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463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wx.FlexGridSizer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Flexible grid 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99682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90D60CA-99EA-AF5E-4C26-2DD3231D19A3}"/>
              </a:ext>
            </a:extLst>
          </p:cNvPr>
          <p:cNvSpPr txBox="1">
            <a:spLocks/>
          </p:cNvSpPr>
          <p:nvPr/>
        </p:nvSpPr>
        <p:spPr>
          <a:xfrm>
            <a:off x="838200" y="30384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Dialog Widgets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D17FD2-B21A-717E-0599-02A1DECAE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887912"/>
              </p:ext>
            </p:extLst>
          </p:nvPr>
        </p:nvGraphicFramePr>
        <p:xfrm>
          <a:off x="838200" y="4248805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4226030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63308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Widget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22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wx.MessageBox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Popup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2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wx.FileDialog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File chooser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663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wx.DirDialog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Folder chooser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67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wx.ColourDialog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Color picker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048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36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55871-5AD0-E1F9-1FD6-A51F318F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Widgets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7113F2-9172-8540-7485-05279515B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104738"/>
              </p:ext>
            </p:extLst>
          </p:nvPr>
        </p:nvGraphicFramePr>
        <p:xfrm>
          <a:off x="838200" y="1690688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254634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65651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Widget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423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wx.Notebook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Tabs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428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wx.TreeCtrl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779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wx.ListCtrl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Advanced list/table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81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wx.Grid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Spreadsheet-like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670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wx.HtmlWindow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Display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058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wx.media.MediaCtrl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Audio/video player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454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45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60F9-F210-80F3-74B6-1A848F08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</a:t>
            </a:r>
            <a:r>
              <a:rPr lang="en-US" dirty="0" err="1"/>
              <a:t>Rubrica</a:t>
            </a:r>
            <a:r>
              <a:rPr lang="en-US" dirty="0"/>
              <a:t> Telefonica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604C4-03A5-1BB5-A667-C7E083A48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pip install </a:t>
            </a:r>
            <a:r>
              <a:rPr lang="en-US" dirty="0" err="1"/>
              <a:t>wxPython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l’interfaccia</a:t>
            </a:r>
            <a:r>
              <a:rPr lang="en-US" dirty="0"/>
              <a:t> con </a:t>
            </a:r>
            <a:r>
              <a:rPr lang="en-US" dirty="0" err="1"/>
              <a:t>wx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permette</a:t>
            </a:r>
            <a:r>
              <a:rPr lang="en-US" dirty="0"/>
              <a:t> :</a:t>
            </a:r>
          </a:p>
          <a:p>
            <a:r>
              <a:rPr lang="it-IT" dirty="0"/>
              <a:t>l'inserimento in una rubrica telefonica ( nome, cognome e numero di telefono ). </a:t>
            </a:r>
          </a:p>
          <a:p>
            <a:r>
              <a:rPr lang="it-IT" dirty="0"/>
              <a:t>Premendo il bottone </a:t>
            </a:r>
            <a:r>
              <a:rPr lang="en-US" dirty="0"/>
              <a:t>“</a:t>
            </a:r>
            <a:r>
              <a:rPr lang="en-US" dirty="0" err="1"/>
              <a:t>Aggiungi</a:t>
            </a:r>
            <a:r>
              <a:rPr lang="en-US" dirty="0"/>
              <a:t>”</a:t>
            </a:r>
            <a:r>
              <a:rPr lang="it-IT" dirty="0"/>
              <a:t> deve aggiungere l’elemento in un dizionario</a:t>
            </a:r>
          </a:p>
        </p:txBody>
      </p:sp>
    </p:spTree>
    <p:extLst>
      <p:ext uri="{BB962C8B-B14F-4D97-AF65-F5344CB8AC3E}">
        <p14:creationId xmlns:p14="http://schemas.microsoft.com/office/powerpoint/2010/main" val="165978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DE9A-639B-71D8-B6E7-F6A47FF9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93108-4F82-8E46-28DF-DA3C3887E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lezioni</a:t>
            </a:r>
            <a:r>
              <a:rPr lang="en-US" dirty="0"/>
              <a:t> </a:t>
            </a:r>
            <a:r>
              <a:rPr lang="en-US" dirty="0" err="1"/>
              <a:t>riprenderanno</a:t>
            </a:r>
            <a:r>
              <a:rPr lang="en-US" dirty="0"/>
              <a:t> alle 11</a:t>
            </a:r>
          </a:p>
        </p:txBody>
      </p:sp>
    </p:spTree>
    <p:extLst>
      <p:ext uri="{BB962C8B-B14F-4D97-AF65-F5344CB8AC3E}">
        <p14:creationId xmlns:p14="http://schemas.microsoft.com/office/powerpoint/2010/main" val="1931361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2EFA-9E64-4E40-C531-717EEC42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</a:t>
            </a:r>
            <a:r>
              <a:rPr lang="en-US" dirty="0" err="1"/>
              <a:t>Rubrica</a:t>
            </a:r>
            <a:r>
              <a:rPr lang="en-US" dirty="0"/>
              <a:t> Telefonica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66BD9-9545-0BA7-41C6-487821C4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Visualizza</a:t>
            </a:r>
            <a:r>
              <a:rPr lang="en-US" dirty="0"/>
              <a:t> il </a:t>
            </a:r>
            <a:r>
              <a:rPr lang="en-US" dirty="0" err="1"/>
              <a:t>dizionario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ListCtrl</a:t>
            </a:r>
            <a:r>
              <a:rPr lang="en-US" dirty="0"/>
              <a:t> o </a:t>
            </a:r>
            <a:r>
              <a:rPr lang="en-US" dirty="0" err="1"/>
              <a:t>ListBox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604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8272-3851-34D1-503B-5FAAD174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</a:t>
            </a:r>
            <a:r>
              <a:rPr lang="en-US" dirty="0" err="1"/>
              <a:t>Rubrica</a:t>
            </a:r>
            <a:r>
              <a:rPr lang="en-US" dirty="0"/>
              <a:t> Telefonica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EA87B-6098-39EC-73B9-653C19906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Accanto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ListCtrl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presente</a:t>
            </a:r>
            <a:r>
              <a:rPr lang="en-US" dirty="0"/>
              <a:t> un </a:t>
            </a:r>
            <a:r>
              <a:rPr lang="en-US" dirty="0" err="1"/>
              <a:t>bottone</a:t>
            </a:r>
            <a:r>
              <a:rPr lang="en-US" dirty="0"/>
              <a:t> “</a:t>
            </a:r>
            <a:r>
              <a:rPr lang="en-US" dirty="0" err="1"/>
              <a:t>Elimina</a:t>
            </a:r>
            <a:r>
              <a:rPr lang="en-US" dirty="0"/>
              <a:t>”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elimina</a:t>
            </a:r>
            <a:r>
              <a:rPr lang="en-US" dirty="0"/>
              <a:t> </a:t>
            </a:r>
            <a:r>
              <a:rPr lang="en-US" dirty="0" err="1"/>
              <a:t>l’elemento</a:t>
            </a:r>
            <a:r>
              <a:rPr lang="en-US" dirty="0"/>
              <a:t> </a:t>
            </a:r>
            <a:r>
              <a:rPr lang="en-US" dirty="0" err="1"/>
              <a:t>selezionato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009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AE57-526C-F5EF-B532-0D3A0D86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1276-1BAD-4C61-D6D0-6EDD10B9D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24718" cy="255811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Django is a Python Web Framework</a:t>
            </a:r>
          </a:p>
          <a:p>
            <a:r>
              <a:rPr lang="en-US" dirty="0"/>
              <a:t>Django is a high-level framework used to build:</a:t>
            </a:r>
          </a:p>
          <a:p>
            <a:r>
              <a:rPr lang="en-US" dirty="0"/>
              <a:t>websites </a:t>
            </a:r>
          </a:p>
          <a:p>
            <a:r>
              <a:rPr lang="en-US" dirty="0"/>
              <a:t>web applications </a:t>
            </a:r>
          </a:p>
          <a:p>
            <a:r>
              <a:rPr lang="en-US" dirty="0"/>
              <a:t>REST APIs </a:t>
            </a:r>
          </a:p>
          <a:p>
            <a:r>
              <a:rPr lang="en-US" dirty="0"/>
              <a:t>dashboards </a:t>
            </a:r>
          </a:p>
          <a:p>
            <a:r>
              <a:rPr lang="en-US" dirty="0"/>
              <a:t>enterprise platforms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A428C2-31F2-DA9E-6FDD-6A77D40ED5B4}"/>
              </a:ext>
            </a:extLst>
          </p:cNvPr>
          <p:cNvSpPr txBox="1">
            <a:spLocks/>
          </p:cNvSpPr>
          <p:nvPr/>
        </p:nvSpPr>
        <p:spPr>
          <a:xfrm>
            <a:off x="5795683" y="1825625"/>
            <a:ext cx="5992906" cy="227124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Django Provides</a:t>
            </a:r>
          </a:p>
          <a:p>
            <a:r>
              <a:rPr lang="en-US" dirty="0"/>
              <a:t>URL routing </a:t>
            </a:r>
          </a:p>
          <a:p>
            <a:r>
              <a:rPr lang="en-US" dirty="0"/>
              <a:t>database management (ORM) </a:t>
            </a:r>
          </a:p>
          <a:p>
            <a:r>
              <a:rPr lang="en-US" dirty="0"/>
              <a:t>authentication </a:t>
            </a:r>
          </a:p>
          <a:p>
            <a:r>
              <a:rPr lang="en-US" dirty="0"/>
              <a:t>admin panel </a:t>
            </a:r>
          </a:p>
          <a:p>
            <a:r>
              <a:rPr lang="en-US" dirty="0"/>
              <a:t>security features </a:t>
            </a:r>
          </a:p>
          <a:p>
            <a:r>
              <a:rPr lang="en-US" dirty="0"/>
              <a:t>template engine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07217D-6051-9D87-775C-2F1C1317AB6D}"/>
              </a:ext>
            </a:extLst>
          </p:cNvPr>
          <p:cNvSpPr txBox="1"/>
          <p:nvPr/>
        </p:nvSpPr>
        <p:spPr>
          <a:xfrm>
            <a:off x="1021977" y="4383741"/>
            <a:ext cx="9681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"batteries included": include già tutto il necessario database, autenticazione, pannello admin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F07038-A532-812B-2F30-53A799835B11}"/>
              </a:ext>
            </a:extLst>
          </p:cNvPr>
          <p:cNvSpPr txBox="1">
            <a:spLocks/>
          </p:cNvSpPr>
          <p:nvPr/>
        </p:nvSpPr>
        <p:spPr>
          <a:xfrm>
            <a:off x="4128248" y="5010524"/>
            <a:ext cx="4334435" cy="1482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Why Use Django?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✅ Fast development</a:t>
            </a:r>
            <a:br>
              <a:rPr lang="en-US"/>
            </a:br>
            <a:r>
              <a:rPr lang="en-US"/>
              <a:t>✅ Scalable architecture</a:t>
            </a:r>
            <a:br>
              <a:rPr lang="en-US"/>
            </a:br>
            <a:r>
              <a:rPr lang="en-US"/>
              <a:t>✅ Built-in admin interface</a:t>
            </a:r>
            <a:br>
              <a:rPr lang="en-US"/>
            </a:br>
            <a:r>
              <a:rPr lang="en-US"/>
              <a:t>✅ Large ecosystem</a:t>
            </a:r>
            <a:br>
              <a:rPr lang="en-US"/>
            </a:br>
            <a:r>
              <a:rPr lang="en-US"/>
              <a:t>✅ Secure by default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13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0577-1233-A14D-F530-E3AF5B7F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– model view template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4CF3AA-9F7F-41FC-9443-C82343EEF7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5180488"/>
              </p:ext>
            </p:extLst>
          </p:nvPr>
        </p:nvGraphicFramePr>
        <p:xfrm>
          <a:off x="2147047" y="4192681"/>
          <a:ext cx="8610600" cy="1828800"/>
        </p:xfrm>
        <a:graphic>
          <a:graphicData uri="http://schemas.openxmlformats.org/drawingml/2006/table">
            <a:tbl>
              <a:tblPr/>
              <a:tblGrid>
                <a:gridCol w="4305300">
                  <a:extLst>
                    <a:ext uri="{9D8B030D-6E8A-4147-A177-3AD203B41FA5}">
                      <a16:colId xmlns:a16="http://schemas.microsoft.com/office/drawing/2014/main" val="1998026088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3088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366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Database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369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Template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HTML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64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720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Route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365897"/>
                  </a:ext>
                </a:extLst>
              </a:tr>
            </a:tbl>
          </a:graphicData>
        </a:graphic>
      </p:graphicFrame>
      <p:pic>
        <p:nvPicPr>
          <p:cNvPr id="4098" name="Picture 2" descr="All You Need to Know About Django MVT Architecture - TechVidvan">
            <a:extLst>
              <a:ext uri="{FF2B5EF4-FFF2-40B4-BE49-F238E27FC236}">
                <a16:creationId xmlns:a16="http://schemas.microsoft.com/office/drawing/2014/main" id="{D1B89D6C-E577-6652-956F-C6EAA761C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255" y="1580590"/>
            <a:ext cx="5450947" cy="249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5979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BE70-BFD3-4B88-A1EA-7976FD14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DE76B-5894-5344-FD50-226DF4405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pip install </a:t>
            </a:r>
            <a:r>
              <a:rPr lang="en-US" dirty="0" err="1">
                <a:latin typeface="Consolas" panose="020B0609020204030204" pitchFamily="49" charset="0"/>
              </a:rPr>
              <a:t>django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django</a:t>
            </a:r>
            <a:r>
              <a:rPr lang="en-US" dirty="0">
                <a:latin typeface="Consolas" panose="020B0609020204030204" pitchFamily="49" charset="0"/>
              </a:rPr>
              <a:t>-admin </a:t>
            </a:r>
            <a:r>
              <a:rPr lang="en-US" dirty="0" err="1">
                <a:latin typeface="Consolas" panose="020B0609020204030204" pitchFamily="49" charset="0"/>
              </a:rPr>
              <a:t>startproject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mysite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mysite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	── manage.py</a:t>
            </a:r>
          </a:p>
          <a:p>
            <a:pPr marL="0" indent="0">
              <a:buNone/>
            </a:pPr>
            <a:r>
              <a:rPr lang="en-US" dirty="0"/>
              <a:t>	── </a:t>
            </a:r>
            <a:r>
              <a:rPr lang="en-US" dirty="0" err="1"/>
              <a:t>mysite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		── settings.py</a:t>
            </a:r>
          </a:p>
          <a:p>
            <a:pPr marL="0" indent="0">
              <a:buNone/>
            </a:pPr>
            <a:r>
              <a:rPr lang="en-US" dirty="0"/>
              <a:t>		── urls.py</a:t>
            </a:r>
          </a:p>
          <a:p>
            <a:pPr marL="0" indent="0">
              <a:buNone/>
            </a:pPr>
            <a:r>
              <a:rPr lang="en-US" dirty="0"/>
              <a:t>		── asgi.py</a:t>
            </a:r>
          </a:p>
          <a:p>
            <a:pPr marL="0" indent="0">
              <a:buNone/>
            </a:pPr>
            <a:r>
              <a:rPr lang="en-US" dirty="0"/>
              <a:t>		── wsgi.py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cd </a:t>
            </a:r>
            <a:r>
              <a:rPr lang="en-US" dirty="0" err="1">
                <a:latin typeface="Consolas" panose="020B0609020204030204" pitchFamily="49" charset="0"/>
              </a:rPr>
              <a:t>mysite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python manage.py </a:t>
            </a:r>
            <a:r>
              <a:rPr lang="en-US" dirty="0" err="1">
                <a:latin typeface="Consolas" panose="020B0609020204030204" pitchFamily="49" charset="0"/>
              </a:rPr>
              <a:t>runserver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http://127.0.0.1:8000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E6E156-5D98-CD0C-D9C2-8C597F235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562301"/>
              </p:ext>
            </p:extLst>
          </p:nvPr>
        </p:nvGraphicFramePr>
        <p:xfrm>
          <a:off x="5656728" y="3086894"/>
          <a:ext cx="5697072" cy="2194560"/>
        </p:xfrm>
        <a:graphic>
          <a:graphicData uri="http://schemas.openxmlformats.org/drawingml/2006/table">
            <a:tbl>
              <a:tblPr/>
              <a:tblGrid>
                <a:gridCol w="2848536">
                  <a:extLst>
                    <a:ext uri="{9D8B030D-6E8A-4147-A177-3AD203B41FA5}">
                      <a16:colId xmlns:a16="http://schemas.microsoft.com/office/drawing/2014/main" val="2350215970"/>
                    </a:ext>
                  </a:extLst>
                </a:gridCol>
                <a:gridCol w="2848536">
                  <a:extLst>
                    <a:ext uri="{9D8B030D-6E8A-4147-A177-3AD203B41FA5}">
                      <a16:colId xmlns:a16="http://schemas.microsoft.com/office/drawing/2014/main" val="4232210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09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manage.py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Django management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025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settings.py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Project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031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urls.py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URL routing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30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wsgi.py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946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asgi.py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Async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200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913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9BD9-E76C-0CF2-CDBB-660A014A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49A2A-F802-A27C-D5FA-0FA2E8E34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b="1" dirty="0"/>
              <a:t>Progetto vs App</a:t>
            </a:r>
            <a:endParaRPr lang="it-IT" dirty="0"/>
          </a:p>
          <a:p>
            <a:r>
              <a:rPr lang="it-IT" dirty="0"/>
              <a:t>Un </a:t>
            </a:r>
            <a:r>
              <a:rPr lang="it-IT" b="1" dirty="0"/>
              <a:t>progetto</a:t>
            </a:r>
            <a:r>
              <a:rPr lang="it-IT" dirty="0"/>
              <a:t> è l'intero sito web.</a:t>
            </a:r>
          </a:p>
          <a:p>
            <a:r>
              <a:rPr lang="it-IT" dirty="0"/>
              <a:t>Un'</a:t>
            </a:r>
            <a:r>
              <a:rPr lang="it-IT" b="1" dirty="0"/>
              <a:t>app</a:t>
            </a:r>
            <a:r>
              <a:rPr lang="it-IT" dirty="0"/>
              <a:t> è un modulo che fa una cosa specifica (es. un blog, un carrello, un'area utenti).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dirty="0"/>
              <a:t>Un progetto contiene più app, e un'app può essere riutilizzata in più progetti. 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python manage.py startapp blog</a:t>
            </a:r>
          </a:p>
          <a:p>
            <a:pPr marL="0" indent="0">
              <a:buNone/>
            </a:pPr>
            <a:r>
              <a:rPr lang="it-IT" dirty="0"/>
              <a:t>Ricorda di aggiungere 'blog' alla lista INSTALLED_APPS in settings.py.</a:t>
            </a:r>
            <a:br>
              <a:rPr lang="it-IT" dirty="0"/>
            </a:br>
            <a:br>
              <a:rPr lang="it-IT" dirty="0"/>
            </a:br>
            <a:r>
              <a:rPr lang="en-US" dirty="0">
                <a:latin typeface="Consolas" panose="020B0609020204030204" pitchFamily="49" charset="0"/>
              </a:rPr>
              <a:t>INSTALLED_APPS = [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'blog',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48991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8099-2E24-7C9E-9E24-4E708459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– ORM e </a:t>
            </a:r>
            <a:r>
              <a:rPr lang="en-US" dirty="0" err="1"/>
              <a:t>modelli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4F8C-767D-CBCB-7AE0-55089260C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51094" cy="4351338"/>
          </a:xfrm>
        </p:spPr>
        <p:txBody>
          <a:bodyPr/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sz="2400" dirty="0"/>
              <a:t>Un modello è una classe Python che rappresenta una tabella del database. Non scrivi SQL: lo fa Django per te.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D2EBE9-2577-30DE-7C3E-F4DD3BCB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737" y="1825625"/>
            <a:ext cx="7078063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99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B7C73-7E2E-02AB-AD34-72024B625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– ORM e </a:t>
            </a:r>
            <a:r>
              <a:rPr lang="en-US" dirty="0" err="1"/>
              <a:t>modelli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ECA91-6EFD-EE82-D708-FE96FF05A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2349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from </a:t>
            </a:r>
            <a:r>
              <a:rPr lang="en-US" sz="1800" dirty="0" err="1">
                <a:latin typeface="Consolas" panose="020B0609020204030204" pitchFamily="49" charset="0"/>
              </a:rPr>
              <a:t>django.db</a:t>
            </a:r>
            <a:r>
              <a:rPr lang="en-US" sz="1800" dirty="0">
                <a:latin typeface="Consolas" panose="020B0609020204030204" pitchFamily="49" charset="0"/>
              </a:rPr>
              <a:t> import models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class </a:t>
            </a:r>
            <a:r>
              <a:rPr lang="en-US" sz="1800" dirty="0" err="1">
                <a:latin typeface="Consolas" panose="020B0609020204030204" pitchFamily="49" charset="0"/>
              </a:rPr>
              <a:t>Articolo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models.Model</a:t>
            </a:r>
            <a:r>
              <a:rPr lang="en-US" sz="1800" dirty="0"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titolo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models.CharField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max_length</a:t>
            </a:r>
            <a:r>
              <a:rPr lang="en-US" sz="1800" dirty="0">
                <a:latin typeface="Consolas" panose="020B0609020204030204" pitchFamily="49" charset="0"/>
              </a:rPr>
              <a:t>=200)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contenuto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models.TextField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pubblicato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 err="1">
                <a:latin typeface="Consolas" panose="020B0609020204030204" pitchFamily="49" charset="0"/>
              </a:rPr>
              <a:t>models.DateField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auto_now_add</a:t>
            </a:r>
            <a:r>
              <a:rPr lang="en-US" sz="1800" dirty="0">
                <a:latin typeface="Consolas" panose="020B0609020204030204" pitchFamily="49" charset="0"/>
              </a:rPr>
              <a:t>=True)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def __str__(self):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   return </a:t>
            </a:r>
            <a:r>
              <a:rPr lang="en-US" sz="1800" dirty="0" err="1">
                <a:latin typeface="Consolas" panose="020B0609020204030204" pitchFamily="49" charset="0"/>
              </a:rPr>
              <a:t>self.titolo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79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4F62-F264-EE8F-96D0-CA386832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– ORM e </a:t>
            </a:r>
            <a:r>
              <a:rPr lang="en-US" dirty="0" err="1"/>
              <a:t>modelli</a:t>
            </a:r>
            <a:r>
              <a:rPr lang="en-US" dirty="0"/>
              <a:t> - </a:t>
            </a:r>
            <a:r>
              <a:rPr lang="en-US" dirty="0" err="1"/>
              <a:t>migrazione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F2A77-45A6-78B9-9F43-E04C86CEC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Quando crei o modifichi un modello, Django traduce i cambiamenti in operazioni sul database tramite le migrazioni.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+mj-lt"/>
              </a:rPr>
              <a:t>python manage.py makemigrations # crea le istruzioni </a:t>
            </a:r>
          </a:p>
          <a:p>
            <a:pPr marL="0" indent="0">
              <a:buNone/>
            </a:pPr>
            <a:r>
              <a:rPr lang="it-IT" dirty="0">
                <a:latin typeface="+mj-lt"/>
              </a:rPr>
              <a:t>python manage.py migrate # le applica al database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makemigrations scrive il "cosa cambiare", migrate lo esegue davvero.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14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297A-5604-D248-A394-6B44DCD8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– ORM e </a:t>
            </a:r>
            <a:r>
              <a:rPr lang="en-US" dirty="0" err="1"/>
              <a:t>modelli</a:t>
            </a:r>
            <a:r>
              <a:rPr lang="en-US" dirty="0"/>
              <a:t> - </a:t>
            </a:r>
            <a:r>
              <a:rPr lang="en-US" dirty="0" err="1"/>
              <a:t>QuerySet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D06E48-B11F-C26B-D83B-E4ED2379A1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5070" y="2274301"/>
            <a:ext cx="834165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L'ORM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permette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leggere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scrivere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codice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Python: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Articolo.objects.all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                      # tutti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Articolo.objects.filter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titolo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="Django")    #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filtrati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Articolo.objects.get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(id=1)                   # uno solo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Articolo.objects.create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titolo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="Nuovo",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contenuto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="...")  #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crea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it-IT" sz="1800" dirty="0"/>
              <a:t>Questi risultati si chiamano </a:t>
            </a:r>
            <a:r>
              <a:rPr lang="it-IT" sz="1800" b="1" dirty="0"/>
              <a:t>QuerySet</a:t>
            </a:r>
            <a:r>
              <a:rPr lang="it-IT" sz="1800" dirty="0"/>
              <a:t>. Sono "pigri": il database viene interrogato solo quando servono davvero i dati.</a:t>
            </a: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50595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A00B-D9AB-CA6D-19FF-10F09026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- 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7A3D4B-4AD9-2A52-1D87-F52658DDD9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6"/>
            <a:ext cx="892263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Una view è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funzione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riceve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richiesta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restituisce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risposta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from </a:t>
            </a:r>
            <a:r>
              <a:rPr lang="en-US" altLang="en-US" sz="1800" dirty="0" err="1">
                <a:latin typeface="Consolas" panose="020B0609020204030204" pitchFamily="49" charset="0"/>
              </a:rPr>
              <a:t>django.shortcuts</a:t>
            </a:r>
            <a:r>
              <a:rPr lang="en-US" altLang="en-US" sz="1800" dirty="0">
                <a:latin typeface="Consolas" panose="020B0609020204030204" pitchFamily="49" charset="0"/>
              </a:rPr>
              <a:t> import render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from .models import </a:t>
            </a:r>
            <a:r>
              <a:rPr lang="en-US" altLang="en-US" sz="1800" dirty="0" err="1">
                <a:latin typeface="Consolas" panose="020B0609020204030204" pitchFamily="49" charset="0"/>
              </a:rPr>
              <a:t>Articolo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def </a:t>
            </a:r>
            <a:r>
              <a:rPr lang="en-US" altLang="en-US" sz="1800" dirty="0" err="1">
                <a:latin typeface="Consolas" panose="020B0609020204030204" pitchFamily="49" charset="0"/>
              </a:rPr>
              <a:t>lista_articoli</a:t>
            </a:r>
            <a:r>
              <a:rPr lang="en-US" altLang="en-US" sz="1800" dirty="0">
                <a:latin typeface="Consolas" panose="020B0609020204030204" pitchFamily="49" charset="0"/>
              </a:rPr>
              <a:t>(request):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    </a:t>
            </a:r>
            <a:r>
              <a:rPr lang="en-US" altLang="en-US" sz="1800" dirty="0" err="1">
                <a:latin typeface="Consolas" panose="020B0609020204030204" pitchFamily="49" charset="0"/>
              </a:rPr>
              <a:t>articoli</a:t>
            </a:r>
            <a:r>
              <a:rPr lang="en-US" altLang="en-US" sz="1800" dirty="0">
                <a:latin typeface="Consolas" panose="020B0609020204030204" pitchFamily="49" charset="0"/>
              </a:rPr>
              <a:t> = </a:t>
            </a:r>
            <a:r>
              <a:rPr lang="en-US" altLang="en-US" sz="1800" dirty="0" err="1">
                <a:latin typeface="Consolas" panose="020B0609020204030204" pitchFamily="49" charset="0"/>
              </a:rPr>
              <a:t>Articolo.objects.all</a:t>
            </a:r>
            <a:r>
              <a:rPr lang="en-US" altLang="en-US" sz="1800" dirty="0"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    return render(request, "blog/lista.html", {"</a:t>
            </a:r>
            <a:r>
              <a:rPr lang="en-US" altLang="en-US" sz="1800" dirty="0" err="1">
                <a:latin typeface="Consolas" panose="020B0609020204030204" pitchFamily="49" charset="0"/>
              </a:rPr>
              <a:t>articoli</a:t>
            </a:r>
            <a:r>
              <a:rPr lang="en-US" altLang="en-US" sz="1800" dirty="0">
                <a:latin typeface="Consolas" panose="020B0609020204030204" pitchFamily="49" charset="0"/>
              </a:rPr>
              <a:t>": </a:t>
            </a:r>
            <a:r>
              <a:rPr lang="en-US" altLang="en-US" sz="1800" dirty="0" err="1">
                <a:latin typeface="Consolas" panose="020B0609020204030204" pitchFamily="49" charset="0"/>
              </a:rPr>
              <a:t>articoli</a:t>
            </a:r>
            <a:r>
              <a:rPr lang="en-US" altLang="en-US" sz="1800" dirty="0">
                <a:latin typeface="Consolas" panose="020B0609020204030204" pitchFamily="49" charset="0"/>
              </a:rPr>
              <a:t>})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it-IT" sz="1800" dirty="0"/>
              <a:t>La view prende i dati dai modelli e li passa a un template.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39722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E22E-E188-2D38-79A7-39CDD27D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- URL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F58C5-6677-A28D-9947-3E27AB03AB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41"/>
            <a:ext cx="86823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 URL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collegano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indirizzo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web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giusta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200" dirty="0">
                <a:latin typeface="Consolas" panose="020B0609020204030204" pitchFamily="49" charset="0"/>
              </a:rPr>
              <a:t># mysite/urls.py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from </a:t>
            </a:r>
            <a:r>
              <a:rPr lang="en-US" altLang="en-US" sz="1200" dirty="0" err="1">
                <a:latin typeface="Consolas" panose="020B0609020204030204" pitchFamily="49" charset="0"/>
              </a:rPr>
              <a:t>django.contrib</a:t>
            </a:r>
            <a:r>
              <a:rPr lang="en-US" altLang="en-US" sz="1200" dirty="0">
                <a:latin typeface="Consolas" panose="020B0609020204030204" pitchFamily="49" charset="0"/>
              </a:rPr>
              <a:t> import admin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from </a:t>
            </a:r>
            <a:r>
              <a:rPr lang="en-US" altLang="en-US" sz="1200" dirty="0" err="1">
                <a:latin typeface="Consolas" panose="020B0609020204030204" pitchFamily="49" charset="0"/>
              </a:rPr>
              <a:t>django.urls</a:t>
            </a:r>
            <a:r>
              <a:rPr lang="en-US" altLang="en-US" sz="1200" dirty="0">
                <a:latin typeface="Consolas" panose="020B0609020204030204" pitchFamily="49" charset="0"/>
              </a:rPr>
              <a:t> import path, include   # </a:t>
            </a:r>
            <a:r>
              <a:rPr lang="en-US" altLang="en-US" sz="1200" dirty="0" err="1">
                <a:latin typeface="Consolas" panose="020B0609020204030204" pitchFamily="49" charset="0"/>
              </a:rPr>
              <a:t>aggiungi</a:t>
            </a:r>
            <a:r>
              <a:rPr lang="en-US" altLang="en-US" sz="1200" dirty="0">
                <a:latin typeface="Consolas" panose="020B0609020204030204" pitchFamily="49" charset="0"/>
              </a:rPr>
              <a:t> "include"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err="1">
                <a:latin typeface="Consolas" panose="020B0609020204030204" pitchFamily="49" charset="0"/>
              </a:rPr>
              <a:t>urlpatterns</a:t>
            </a:r>
            <a:r>
              <a:rPr lang="en-US" altLang="en-US" sz="1200" dirty="0">
                <a:latin typeface="Consolas" panose="020B0609020204030204" pitchFamily="49" charset="0"/>
              </a:rPr>
              <a:t> = [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    path("admin/", </a:t>
            </a:r>
            <a:r>
              <a:rPr lang="en-US" altLang="en-US" sz="1200" dirty="0" err="1">
                <a:latin typeface="Consolas" panose="020B0609020204030204" pitchFamily="49" charset="0"/>
              </a:rPr>
              <a:t>admin.site.urls</a:t>
            </a:r>
            <a:r>
              <a:rPr lang="en-US" altLang="en-US" sz="1200" dirty="0">
                <a:latin typeface="Consolas" panose="020B0609020204030204" pitchFamily="49" charset="0"/>
              </a:rPr>
              <a:t>),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    path("blog/", include("</a:t>
            </a:r>
            <a:r>
              <a:rPr lang="en-US" altLang="en-US" sz="1200" dirty="0" err="1">
                <a:latin typeface="Consolas" panose="020B0609020204030204" pitchFamily="49" charset="0"/>
              </a:rPr>
              <a:t>blog.urls</a:t>
            </a:r>
            <a:r>
              <a:rPr lang="en-US" altLang="en-US" sz="1200" dirty="0">
                <a:latin typeface="Consolas" panose="020B0609020204030204" pitchFamily="49" charset="0"/>
              </a:rPr>
              <a:t>")),   # </a:t>
            </a:r>
            <a:r>
              <a:rPr lang="en-US" altLang="en-US" sz="1200" dirty="0" err="1">
                <a:latin typeface="Consolas" panose="020B0609020204030204" pitchFamily="49" charset="0"/>
              </a:rPr>
              <a:t>questa</a:t>
            </a:r>
            <a:r>
              <a:rPr lang="en-US" altLang="en-US" sz="1200" dirty="0">
                <a:latin typeface="Consolas" panose="020B0609020204030204" pitchFamily="49" charset="0"/>
              </a:rPr>
              <a:t> </a:t>
            </a:r>
            <a:r>
              <a:rPr lang="en-US" altLang="en-US" sz="1200" dirty="0" err="1">
                <a:latin typeface="Consolas" panose="020B0609020204030204" pitchFamily="49" charset="0"/>
              </a:rPr>
              <a:t>riga</a:t>
            </a:r>
            <a:r>
              <a:rPr lang="en-US" altLang="en-US" sz="1200" dirty="0">
                <a:latin typeface="Consolas" panose="020B0609020204030204" pitchFamily="49" charset="0"/>
              </a:rPr>
              <a:t> è </a:t>
            </a:r>
            <a:r>
              <a:rPr lang="en-US" altLang="en-US" sz="1200" dirty="0" err="1">
                <a:latin typeface="Consolas" panose="020B0609020204030204" pitchFamily="49" charset="0"/>
              </a:rPr>
              <a:t>nuova</a:t>
            </a:r>
            <a:endParaRPr lang="en-US" altLang="en-US" sz="12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# blog/urls.py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from </a:t>
            </a:r>
            <a:r>
              <a:rPr lang="en-US" altLang="en-US" sz="1200" dirty="0" err="1">
                <a:latin typeface="Consolas" panose="020B0609020204030204" pitchFamily="49" charset="0"/>
              </a:rPr>
              <a:t>django.urls</a:t>
            </a:r>
            <a:r>
              <a:rPr lang="en-US" altLang="en-US" sz="1200" dirty="0">
                <a:latin typeface="Consolas" panose="020B0609020204030204" pitchFamily="49" charset="0"/>
              </a:rPr>
              <a:t> import path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from . import views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 err="1">
                <a:latin typeface="Consolas" panose="020B0609020204030204" pitchFamily="49" charset="0"/>
              </a:rPr>
              <a:t>urlpatterns</a:t>
            </a:r>
            <a:r>
              <a:rPr lang="en-US" altLang="en-US" sz="1200" dirty="0">
                <a:latin typeface="Consolas" panose="020B0609020204030204" pitchFamily="49" charset="0"/>
              </a:rPr>
              <a:t> = [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    path("</a:t>
            </a:r>
            <a:r>
              <a:rPr lang="en-US" altLang="en-US" sz="1200" dirty="0" err="1">
                <a:latin typeface="Consolas" panose="020B0609020204030204" pitchFamily="49" charset="0"/>
              </a:rPr>
              <a:t>articoli</a:t>
            </a:r>
            <a:r>
              <a:rPr lang="en-US" altLang="en-US" sz="1200" dirty="0">
                <a:latin typeface="Consolas" panose="020B0609020204030204" pitchFamily="49" charset="0"/>
              </a:rPr>
              <a:t>/", </a:t>
            </a:r>
            <a:r>
              <a:rPr lang="en-US" altLang="en-US" sz="1200" dirty="0" err="1">
                <a:latin typeface="Consolas" panose="020B0609020204030204" pitchFamily="49" charset="0"/>
              </a:rPr>
              <a:t>views.lista_articoli</a:t>
            </a:r>
            <a:r>
              <a:rPr lang="en-US" altLang="en-US" sz="1200" dirty="0">
                <a:latin typeface="Consolas" panose="020B0609020204030204" pitchFamily="49" charset="0"/>
              </a:rPr>
              <a:t>, name="</a:t>
            </a:r>
            <a:r>
              <a:rPr lang="en-US" altLang="en-US" sz="1200" dirty="0" err="1">
                <a:latin typeface="Consolas" panose="020B0609020204030204" pitchFamily="49" charset="0"/>
              </a:rPr>
              <a:t>lista</a:t>
            </a:r>
            <a:r>
              <a:rPr lang="en-US" altLang="en-US" sz="1200" dirty="0">
                <a:latin typeface="Consolas" panose="020B0609020204030204" pitchFamily="49" charset="0"/>
              </a:rPr>
              <a:t>"),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it-IT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Visitando /articoli/ Django chiama lista_articoli. Il flusso completo è: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altLang="en-US" sz="1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it-IT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→ View → Model → Template → risposta.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2823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E9AE-C5EB-FB4F-C234-DE2F9BBB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- Template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C7030F-AB71-ED06-192F-C5364C699A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51"/>
            <a:ext cx="557156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 template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 HTML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piccoli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pezzi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mostrare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it-IT" altLang="en-US" sz="1800" dirty="0">
                <a:latin typeface="Consolas" panose="020B0609020204030204" pitchFamily="49" charset="0"/>
              </a:rPr>
              <a:t>&lt;h1&gt;Articoli&lt;/h1&gt;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it-IT" altLang="en-US" sz="1800" dirty="0">
                <a:latin typeface="Consolas" panose="020B0609020204030204" pitchFamily="49" charset="0"/>
              </a:rPr>
              <a:t>&lt;ul&gt;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it-IT" altLang="en-US" sz="1800" dirty="0">
                <a:latin typeface="Consolas" panose="020B0609020204030204" pitchFamily="49" charset="0"/>
              </a:rPr>
              <a:t>  {% for articolo in articoli %}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it-IT" altLang="en-US" sz="1800" dirty="0">
                <a:latin typeface="Consolas" panose="020B0609020204030204" pitchFamily="49" charset="0"/>
              </a:rPr>
              <a:t>    &lt;li&gt;{{ articolo.titolo }}&lt;/li&gt;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it-IT" altLang="en-US" sz="1800" dirty="0">
                <a:latin typeface="Consolas" panose="020B0609020204030204" pitchFamily="49" charset="0"/>
              </a:rPr>
              <a:t>  {% endfor %}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it-IT" altLang="en-US" sz="1800" dirty="0">
                <a:latin typeface="Consolas" panose="020B0609020204030204" pitchFamily="49" charset="0"/>
              </a:rPr>
              <a:t>&lt;/ul&gt;</a:t>
            </a:r>
            <a:br>
              <a:rPr lang="it-IT" altLang="en-US" sz="1800" dirty="0"/>
            </a:br>
            <a:br>
              <a:rPr lang="it-IT" altLang="en-US" sz="1800" dirty="0"/>
            </a:br>
            <a:r>
              <a:rPr lang="it-IT" dirty="0"/>
              <a:t>{{ }}</a:t>
            </a:r>
            <a:r>
              <a:rPr lang="it-IT" sz="1800" dirty="0"/>
              <a:t> mostra una variabile, </a:t>
            </a:r>
            <a:br>
              <a:rPr lang="it-IT" sz="1800" dirty="0"/>
            </a:br>
            <a:r>
              <a:rPr lang="it-IT" dirty="0"/>
              <a:t>{% %}</a:t>
            </a:r>
            <a:r>
              <a:rPr lang="it-IT" sz="1800" dirty="0"/>
              <a:t> esegue logica (cicli, condizioni).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Niente Python complesso nei template: solo presentazione.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853A2-9162-1AA1-4712-851DBFDC8E0A}"/>
              </a:ext>
            </a:extLst>
          </p:cNvPr>
          <p:cNvSpPr txBox="1"/>
          <p:nvPr/>
        </p:nvSpPr>
        <p:spPr>
          <a:xfrm>
            <a:off x="6804213" y="1690688"/>
            <a:ext cx="48543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blog/</a:t>
            </a:r>
          </a:p>
          <a:p>
            <a:r>
              <a:rPr lang="en-US" dirty="0"/>
              <a:t>── models.py</a:t>
            </a:r>
          </a:p>
          <a:p>
            <a:r>
              <a:rPr lang="en-US" dirty="0"/>
              <a:t>── views.py</a:t>
            </a:r>
          </a:p>
          <a:p>
            <a:r>
              <a:rPr lang="en-US" dirty="0"/>
              <a:t>── urls.py</a:t>
            </a:r>
          </a:p>
          <a:p>
            <a:r>
              <a:rPr lang="en-US" dirty="0"/>
              <a:t>	── templates/</a:t>
            </a:r>
          </a:p>
          <a:p>
            <a:r>
              <a:rPr lang="en-US" dirty="0"/>
              <a:t>		── blog/</a:t>
            </a:r>
          </a:p>
          <a:p>
            <a:r>
              <a:rPr lang="en-US" dirty="0"/>
              <a:t>			── lista.html</a:t>
            </a:r>
          </a:p>
        </p:txBody>
      </p:sp>
    </p:spTree>
    <p:extLst>
      <p:ext uri="{BB962C8B-B14F-4D97-AF65-F5344CB8AC3E}">
        <p14:creationId xmlns:p14="http://schemas.microsoft.com/office/powerpoint/2010/main" val="616972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D41E-1560-77D3-B33E-5C33546E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django - Il pannello Admin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0C43DD-0BDB-DFBA-69D9-FC92795ECD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41"/>
            <a:ext cx="893545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funzioni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amate di Django: un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pannello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amministrazione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pronto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all'uso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# blog/admin.py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from </a:t>
            </a:r>
            <a:r>
              <a:rPr lang="en-US" altLang="en-US" sz="1800" dirty="0" err="1">
                <a:latin typeface="Consolas" panose="020B0609020204030204" pitchFamily="49" charset="0"/>
              </a:rPr>
              <a:t>django.contrib</a:t>
            </a:r>
            <a:r>
              <a:rPr lang="en-US" altLang="en-US" sz="1800" dirty="0">
                <a:latin typeface="Consolas" panose="020B0609020204030204" pitchFamily="49" charset="0"/>
              </a:rPr>
              <a:t> import admin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from .models import </a:t>
            </a:r>
            <a:r>
              <a:rPr lang="en-US" altLang="en-US" sz="1800" dirty="0" err="1">
                <a:latin typeface="Consolas" panose="020B0609020204030204" pitchFamily="49" charset="0"/>
              </a:rPr>
              <a:t>Articolo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Consolas" panose="020B0609020204030204" pitchFamily="49" charset="0"/>
              </a:rPr>
              <a:t>admin.site.register</a:t>
            </a:r>
            <a:r>
              <a:rPr lang="en-US" altLang="en-US" sz="1800" dirty="0">
                <a:latin typeface="Consolas" panose="020B0609020204030204" pitchFamily="49" charset="0"/>
              </a:rPr>
              <a:t>(</a:t>
            </a:r>
            <a:r>
              <a:rPr lang="en-US" altLang="en-US" sz="1800" dirty="0" err="1">
                <a:latin typeface="Consolas" panose="020B0609020204030204" pitchFamily="49" charset="0"/>
              </a:rPr>
              <a:t>Articolo</a:t>
            </a:r>
            <a:r>
              <a:rPr lang="en-US" altLang="en-US" sz="1800" dirty="0">
                <a:latin typeface="Consolas" panose="020B0609020204030204" pitchFamily="49" charset="0"/>
              </a:rPr>
              <a:t>)</a:t>
            </a:r>
            <a:br>
              <a:rPr lang="en-US" altLang="en-US" sz="1800" dirty="0">
                <a:latin typeface="Consolas" panose="020B0609020204030204" pitchFamily="49" charset="0"/>
              </a:rPr>
            </a:br>
            <a:endParaRPr lang="en-US" altLang="en-US" sz="1800" dirty="0"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python manage.py </a:t>
            </a:r>
            <a:r>
              <a:rPr lang="en-US" sz="1800" dirty="0" err="1">
                <a:latin typeface="Consolas" panose="020B0609020204030204" pitchFamily="49" charset="0"/>
              </a:rPr>
              <a:t>createsuperuser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it-IT" sz="1800" dirty="0"/>
            </a:br>
            <a:r>
              <a:rPr lang="it-IT" sz="1800" dirty="0"/>
              <a:t>Vai su /admin/ e puoi gestire i tuoi dati senza scrivere una riga di interfaccia.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288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E8B8-3942-9D78-D433-74AB17F2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– </a:t>
            </a:r>
            <a:r>
              <a:rPr lang="en-US" dirty="0" err="1"/>
              <a:t>relazioni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C7CDA-3D9E-B607-A5CE-23FB1DCF9936}"/>
              </a:ext>
            </a:extLst>
          </p:cNvPr>
          <p:cNvSpPr txBox="1"/>
          <p:nvPr/>
        </p:nvSpPr>
        <p:spPr>
          <a:xfrm>
            <a:off x="838199" y="1508409"/>
            <a:ext cx="781274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#blog/models.py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from </a:t>
            </a:r>
            <a:r>
              <a:rPr lang="en-US" sz="1600" dirty="0" err="1">
                <a:latin typeface="Consolas" panose="020B0609020204030204" pitchFamily="49" charset="0"/>
              </a:rPr>
              <a:t>django.db</a:t>
            </a:r>
            <a:r>
              <a:rPr lang="en-US" sz="1600" dirty="0">
                <a:latin typeface="Consolas" panose="020B0609020204030204" pitchFamily="49" charset="0"/>
              </a:rPr>
              <a:t> import models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class Autore(</a:t>
            </a:r>
            <a:r>
              <a:rPr lang="en-US" sz="1600" dirty="0" err="1">
                <a:latin typeface="Consolas" panose="020B0609020204030204" pitchFamily="49" charset="0"/>
              </a:rPr>
              <a:t>models.Model</a:t>
            </a:r>
            <a:r>
              <a:rPr lang="en-US" sz="16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nome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models.CharField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max_length</a:t>
            </a:r>
            <a:r>
              <a:rPr lang="en-US" sz="1600" dirty="0">
                <a:latin typeface="Consolas" panose="020B0609020204030204" pitchFamily="49" charset="0"/>
              </a:rPr>
              <a:t>=100)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email = </a:t>
            </a:r>
            <a:r>
              <a:rPr lang="en-US" sz="1600" dirty="0" err="1">
                <a:latin typeface="Consolas" panose="020B0609020204030204" pitchFamily="49" charset="0"/>
              </a:rPr>
              <a:t>models.EmailField</a:t>
            </a:r>
            <a:r>
              <a:rPr lang="en-US" sz="1600" dirty="0">
                <a:latin typeface="Consolas" panose="020B0609020204030204" pitchFamily="49" charset="0"/>
              </a:rPr>
              <a:t>(blank=True)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def __str__(self):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return </a:t>
            </a:r>
            <a:r>
              <a:rPr lang="en-US" sz="1600" dirty="0" err="1">
                <a:latin typeface="Consolas" panose="020B0609020204030204" pitchFamily="49" charset="0"/>
              </a:rPr>
              <a:t>self.nome</a:t>
            </a:r>
            <a:endParaRPr lang="en-US" sz="16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class </a:t>
            </a:r>
            <a:r>
              <a:rPr lang="en-US" sz="1600" dirty="0" err="1">
                <a:latin typeface="Consolas" panose="020B0609020204030204" pitchFamily="49" charset="0"/>
              </a:rPr>
              <a:t>Articolo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models.Model</a:t>
            </a:r>
            <a:r>
              <a:rPr lang="en-US" sz="16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titolo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models.CharField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max_length</a:t>
            </a:r>
            <a:r>
              <a:rPr lang="en-US" sz="1600" dirty="0">
                <a:latin typeface="Consolas" panose="020B0609020204030204" pitchFamily="49" charset="0"/>
              </a:rPr>
              <a:t>=200)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contenuto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models.TextField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pubblicato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models.DateField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auto_now_add</a:t>
            </a:r>
            <a:r>
              <a:rPr lang="en-US" sz="1600" dirty="0">
                <a:latin typeface="Consolas" panose="020B0609020204030204" pitchFamily="49" charset="0"/>
              </a:rPr>
              <a:t>=True)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autore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models.ForeignKey</a:t>
            </a:r>
            <a:r>
              <a:rPr lang="en-US" dirty="0">
                <a:latin typeface="Consolas" panose="020B0609020204030204" pitchFamily="49" charset="0"/>
              </a:rPr>
              <a:t>(Autore, </a:t>
            </a:r>
            <a:r>
              <a:rPr lang="en-US" dirty="0" err="1">
                <a:latin typeface="Consolas" panose="020B0609020204030204" pitchFamily="49" charset="0"/>
              </a:rPr>
              <a:t>on_delete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 err="1">
                <a:latin typeface="Consolas" panose="020B0609020204030204" pitchFamily="49" charset="0"/>
              </a:rPr>
              <a:t>models.SET_NULL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related_name</a:t>
            </a:r>
            <a:r>
              <a:rPr lang="en-US" dirty="0">
                <a:latin typeface="Consolas" panose="020B0609020204030204" pitchFamily="49" charset="0"/>
              </a:rPr>
              <a:t>="</a:t>
            </a:r>
            <a:r>
              <a:rPr lang="en-US" dirty="0" err="1">
                <a:latin typeface="Consolas" panose="020B0609020204030204" pitchFamily="49" charset="0"/>
              </a:rPr>
              <a:t>articoli</a:t>
            </a:r>
            <a:r>
              <a:rPr lang="en-US" dirty="0">
                <a:latin typeface="Consolas" panose="020B0609020204030204" pitchFamily="49" charset="0"/>
              </a:rPr>
              <a:t>", null=True)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def __str__(self):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return </a:t>
            </a:r>
            <a:r>
              <a:rPr lang="en-US" sz="1600" dirty="0" err="1">
                <a:latin typeface="Consolas" panose="020B0609020204030204" pitchFamily="49" charset="0"/>
              </a:rPr>
              <a:t>self.titolo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99CC9-96F8-E020-38A7-7DAC8604C751}"/>
              </a:ext>
            </a:extLst>
          </p:cNvPr>
          <p:cNvSpPr txBox="1"/>
          <p:nvPr/>
        </p:nvSpPr>
        <p:spPr>
          <a:xfrm>
            <a:off x="8175811" y="2944906"/>
            <a:ext cx="39265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on_delete=models.CASCADE dice a Django cosa fare con gli articoli se cancelli un autore: con CASCADE vengono cancellati anche loro. È obbligatorio specificarlo. </a:t>
            </a:r>
            <a:br>
              <a:rPr lang="it-IT" dirty="0"/>
            </a:br>
            <a:br>
              <a:rPr lang="it-IT" dirty="0"/>
            </a:br>
            <a:r>
              <a:rPr lang="it-IT" dirty="0"/>
              <a:t>Esiste anche models.SET_NULL (l'articolo resta ma senza autore, però richiede null=True) o </a:t>
            </a:r>
            <a:br>
              <a:rPr lang="it-IT" dirty="0"/>
            </a:br>
            <a:br>
              <a:rPr lang="it-IT" dirty="0"/>
            </a:br>
            <a:r>
              <a:rPr lang="it-IT" dirty="0"/>
              <a:t>models.PROTECT (ti impedisce di cancellare un autore che ha articoli).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861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44A7-78D6-A0D3-985D-1D4645097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- </a:t>
            </a:r>
            <a:r>
              <a:rPr lang="en-US" dirty="0" err="1"/>
              <a:t>relazioni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8B0C-D6B9-A553-919C-F8D871E82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Stai </a:t>
            </a:r>
            <a:r>
              <a:rPr lang="it-IT" b="1" dirty="0"/>
              <a:t>aggiungendo un campo obbligatorio</a:t>
            </a:r>
            <a:r>
              <a:rPr lang="it-IT" dirty="0"/>
              <a:t> (autore) a una tabella che probabilmente ha già dei dati dentro. Quando lanci la migrazione, Django ti chiederà cosa fare con gli articoli già esistenti, che non hanno un autore. Lancia: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python manage.py </a:t>
            </a:r>
            <a:r>
              <a:rPr lang="en-US" dirty="0" err="1">
                <a:latin typeface="Consolas" panose="020B0609020204030204" pitchFamily="49" charset="0"/>
              </a:rPr>
              <a:t>makemigrations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dirty="0"/>
              <a:t>eliminare il file db.sqlite3</a:t>
            </a:r>
          </a:p>
          <a:p>
            <a:pPr marL="0" indent="0">
              <a:buNone/>
            </a:pPr>
            <a:br>
              <a:rPr lang="it-IT" dirty="0"/>
            </a:br>
            <a:r>
              <a:rPr lang="en-US" dirty="0">
                <a:latin typeface="Consolas" panose="020B0609020204030204" pitchFamily="49" charset="0"/>
              </a:rPr>
              <a:t>python manage.py </a:t>
            </a:r>
            <a:r>
              <a:rPr lang="en-US" dirty="0" err="1">
                <a:latin typeface="Consolas" panose="020B0609020204030204" pitchFamily="49" charset="0"/>
              </a:rPr>
              <a:t>makemigrations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python manage.py migrate</a:t>
            </a:r>
          </a:p>
        </p:txBody>
      </p:sp>
    </p:spTree>
    <p:extLst>
      <p:ext uri="{BB962C8B-B14F-4D97-AF65-F5344CB8AC3E}">
        <p14:creationId xmlns:p14="http://schemas.microsoft.com/office/powerpoint/2010/main" val="2753686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9163-54FC-73A1-2279-94634B6D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- </a:t>
            </a:r>
            <a:r>
              <a:rPr lang="en-US" dirty="0" err="1"/>
              <a:t>relazioni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BCBEE-94B1-D59B-D79D-966632E4F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#blog/admin.py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from </a:t>
            </a:r>
            <a:r>
              <a:rPr lang="en-US" sz="1800" dirty="0" err="1">
                <a:latin typeface="Consolas" panose="020B0609020204030204" pitchFamily="49" charset="0"/>
              </a:rPr>
              <a:t>django.contrib</a:t>
            </a:r>
            <a:r>
              <a:rPr lang="en-US" sz="1800" dirty="0">
                <a:latin typeface="Consolas" panose="020B0609020204030204" pitchFamily="49" charset="0"/>
              </a:rPr>
              <a:t> import admin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from .models import </a:t>
            </a:r>
            <a:r>
              <a:rPr lang="en-US" sz="1800" dirty="0" err="1">
                <a:latin typeface="Consolas" panose="020B0609020204030204" pitchFamily="49" charset="0"/>
              </a:rPr>
              <a:t>Articolo</a:t>
            </a:r>
            <a:r>
              <a:rPr lang="en-US" sz="1800" dirty="0">
                <a:latin typeface="Consolas" panose="020B0609020204030204" pitchFamily="49" charset="0"/>
              </a:rPr>
              <a:t>, Autore</a:t>
            </a:r>
          </a:p>
          <a:p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admin.site.register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Articolo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admin.site.register</a:t>
            </a:r>
            <a:r>
              <a:rPr lang="en-US" sz="1800" dirty="0">
                <a:latin typeface="Consolas" panose="020B0609020204030204" pitchFamily="49" charset="0"/>
              </a:rPr>
              <a:t>(Autore)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#lista.html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&lt;h1&gt;</a:t>
            </a:r>
            <a:r>
              <a:rPr lang="en-US" sz="1800" dirty="0" err="1">
                <a:latin typeface="Consolas" panose="020B0609020204030204" pitchFamily="49" charset="0"/>
              </a:rPr>
              <a:t>Articoli</a:t>
            </a:r>
            <a:r>
              <a:rPr lang="en-US" sz="1800" dirty="0">
                <a:latin typeface="Consolas" panose="020B0609020204030204" pitchFamily="49" charset="0"/>
              </a:rPr>
              <a:t>&lt;/h1&gt;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&lt;ul&gt;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  {% for </a:t>
            </a:r>
            <a:r>
              <a:rPr lang="en-US" sz="1800" dirty="0" err="1">
                <a:latin typeface="Consolas" panose="020B0609020204030204" pitchFamily="49" charset="0"/>
              </a:rPr>
              <a:t>articolo</a:t>
            </a:r>
            <a:r>
              <a:rPr lang="en-US" sz="1800" dirty="0">
                <a:latin typeface="Consolas" panose="020B0609020204030204" pitchFamily="49" charset="0"/>
              </a:rPr>
              <a:t> in </a:t>
            </a:r>
            <a:r>
              <a:rPr lang="en-US" sz="1800" dirty="0" err="1">
                <a:latin typeface="Consolas" panose="020B0609020204030204" pitchFamily="49" charset="0"/>
              </a:rPr>
              <a:t>articoli</a:t>
            </a:r>
            <a:r>
              <a:rPr lang="en-US" sz="1800" dirty="0">
                <a:latin typeface="Consolas" panose="020B0609020204030204" pitchFamily="49" charset="0"/>
              </a:rPr>
              <a:t> %}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    &lt;li&gt;{{ </a:t>
            </a:r>
            <a:r>
              <a:rPr lang="en-US" sz="1800" dirty="0" err="1">
                <a:latin typeface="Consolas" panose="020B0609020204030204" pitchFamily="49" charset="0"/>
              </a:rPr>
              <a:t>articolo.titolo</a:t>
            </a:r>
            <a:r>
              <a:rPr lang="en-US" sz="1800" dirty="0">
                <a:latin typeface="Consolas" panose="020B0609020204030204" pitchFamily="49" charset="0"/>
              </a:rPr>
              <a:t> }}  di </a:t>
            </a:r>
            <a:r>
              <a:rPr lang="it-IT" sz="1800" dirty="0">
                <a:latin typeface="Consolas" panose="020B0609020204030204" pitchFamily="49" charset="0"/>
              </a:rPr>
              <a:t>{{ articolo.autore.nome|default:"Autore sconosciuto" }}</a:t>
            </a:r>
            <a:r>
              <a:rPr lang="en-US" sz="1800" dirty="0">
                <a:latin typeface="Consolas" panose="020B0609020204030204" pitchFamily="49" charset="0"/>
              </a:rPr>
              <a:t>&lt;/li&gt;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  {% </a:t>
            </a:r>
            <a:r>
              <a:rPr lang="en-US" sz="1800" dirty="0" err="1">
                <a:latin typeface="Consolas" panose="020B0609020204030204" pitchFamily="49" charset="0"/>
              </a:rPr>
              <a:t>endfor</a:t>
            </a:r>
            <a:r>
              <a:rPr lang="en-US" sz="1800" dirty="0">
                <a:latin typeface="Consolas" panose="020B0609020204030204" pitchFamily="49" charset="0"/>
              </a:rPr>
              <a:t> %}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</a:rPr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3742314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A473-B615-73FB-7650-EF0D48FE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A467-D6C6-B1A1-09F8-F0F64E37F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lezioni</a:t>
            </a:r>
            <a:r>
              <a:rPr lang="en-US" dirty="0"/>
              <a:t> </a:t>
            </a:r>
            <a:r>
              <a:rPr lang="en-US" dirty="0" err="1"/>
              <a:t>riprenderanno</a:t>
            </a:r>
            <a:r>
              <a:rPr lang="en-US" dirty="0"/>
              <a:t> alle 15.45</a:t>
            </a:r>
          </a:p>
        </p:txBody>
      </p:sp>
    </p:spTree>
    <p:extLst>
      <p:ext uri="{BB962C8B-B14F-4D97-AF65-F5344CB8AC3E}">
        <p14:creationId xmlns:p14="http://schemas.microsoft.com/office/powerpoint/2010/main" val="979525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04CD-B553-4A60-F30F-24BC0E56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piccola</a:t>
            </a:r>
            <a:r>
              <a:rPr lang="en-US" dirty="0"/>
              <a:t> </a:t>
            </a:r>
            <a:r>
              <a:rPr lang="en-US" dirty="0" err="1"/>
              <a:t>biblioteca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8FB92-A3A1-C372-F94A-6CD2692BE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636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Crea una nuova app chiamata biblioteca e costruisci un mini-catalogo di libri.</a:t>
            </a:r>
          </a:p>
          <a:p>
            <a:pPr marL="0" indent="0">
              <a:buNone/>
            </a:pPr>
            <a:r>
              <a:rPr lang="it-IT" b="1" dirty="0"/>
              <a:t>Cosa realizzare</a:t>
            </a:r>
            <a:endParaRPr lang="it-IT" dirty="0"/>
          </a:p>
          <a:p>
            <a:r>
              <a:rPr lang="it-IT" dirty="0"/>
              <a:t>Due modelli collegati tra loro: </a:t>
            </a:r>
          </a:p>
          <a:p>
            <a:pPr lvl="1"/>
            <a:r>
              <a:rPr lang="it-IT" dirty="0"/>
              <a:t>Autore, con almeno il campo nome.</a:t>
            </a:r>
          </a:p>
          <a:p>
            <a:pPr lvl="1"/>
            <a:r>
              <a:rPr lang="it-IT" dirty="0"/>
              <a:t>Libro, con un titolo, un anno di pubblicazione (numero), e un campo autore collegato all'autore tramite una relazione (come abbiamo fatto con gli articoli).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482BEE-45AF-CECE-665E-BF8199534185}"/>
              </a:ext>
            </a:extLst>
          </p:cNvPr>
          <p:cNvSpPr txBox="1"/>
          <p:nvPr/>
        </p:nvSpPr>
        <p:spPr>
          <a:xfrm>
            <a:off x="7270377" y="1825625"/>
            <a:ext cx="43299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STEP 1 . </a:t>
            </a:r>
            <a:r>
              <a:rPr lang="en-US" dirty="0" err="1">
                <a:latin typeface="Consolas" panose="020B0609020204030204" pitchFamily="49" charset="0"/>
              </a:rPr>
              <a:t>Installazione</a:t>
            </a:r>
            <a:r>
              <a:rPr lang="en-US" dirty="0">
                <a:latin typeface="Consolas" panose="020B0609020204030204" pitchFamily="49" charset="0"/>
              </a:rPr>
              <a:t> Django e </a:t>
            </a:r>
            <a:r>
              <a:rPr lang="en-US" dirty="0" err="1">
                <a:latin typeface="Consolas" panose="020B0609020204030204" pitchFamily="49" charset="0"/>
              </a:rPr>
              <a:t>verifica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-&gt; Da </a:t>
            </a:r>
            <a:r>
              <a:rPr lang="en-US" dirty="0" err="1">
                <a:latin typeface="Consolas" panose="020B0609020204030204" pitchFamily="49" charset="0"/>
              </a:rPr>
              <a:t>linea</a:t>
            </a:r>
            <a:r>
              <a:rPr lang="en-US" dirty="0">
                <a:latin typeface="Consolas" panose="020B0609020204030204" pitchFamily="49" charset="0"/>
              </a:rPr>
              <a:t> di </a:t>
            </a:r>
            <a:r>
              <a:rPr lang="en-US" dirty="0" err="1">
                <a:latin typeface="Consolas" panose="020B0609020204030204" pitchFamily="49" charset="0"/>
              </a:rPr>
              <a:t>comando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pip install </a:t>
            </a:r>
            <a:r>
              <a:rPr lang="en-US" dirty="0" err="1">
                <a:latin typeface="Consolas" panose="020B0609020204030204" pitchFamily="49" charset="0"/>
              </a:rPr>
              <a:t>django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django</a:t>
            </a:r>
            <a:r>
              <a:rPr lang="en-US" dirty="0">
                <a:latin typeface="Consolas" panose="020B0609020204030204" pitchFamily="49" charset="0"/>
              </a:rPr>
              <a:t>-admin </a:t>
            </a:r>
            <a:r>
              <a:rPr lang="en-US" dirty="0" err="1">
                <a:latin typeface="Consolas" panose="020B0609020204030204" pitchFamily="49" charset="0"/>
              </a:rPr>
              <a:t>startproject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mysite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cd </a:t>
            </a:r>
            <a:r>
              <a:rPr lang="en-US" dirty="0" err="1">
                <a:latin typeface="Consolas" panose="020B0609020204030204" pitchFamily="49" charset="0"/>
              </a:rPr>
              <a:t>mysite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python manage.py </a:t>
            </a:r>
            <a:r>
              <a:rPr lang="en-US" dirty="0" err="1">
                <a:latin typeface="Consolas" panose="020B0609020204030204" pitchFamily="49" charset="0"/>
              </a:rPr>
              <a:t>runserver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-&gt; </a:t>
            </a:r>
            <a:r>
              <a:rPr lang="en-US" dirty="0" err="1"/>
              <a:t>Apri</a:t>
            </a:r>
            <a:r>
              <a:rPr lang="en-US" dirty="0"/>
              <a:t> il browser http://127.0.0.1:8000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860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5B0E-3F77-5878-4457-23F89A2FB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680C4-DBA1-9D96-B9EE-713A1271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piccola</a:t>
            </a:r>
            <a:r>
              <a:rPr lang="en-US" dirty="0"/>
              <a:t> </a:t>
            </a:r>
            <a:r>
              <a:rPr lang="en-US" dirty="0" err="1"/>
              <a:t>biblioteca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577D9-DAFC-7F27-5186-2E8286461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636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Crea una nuova app chiamata biblioteca e costruisci un mini-catalogo di libri.</a:t>
            </a:r>
          </a:p>
          <a:p>
            <a:pPr marL="0" indent="0">
              <a:buNone/>
            </a:pPr>
            <a:r>
              <a:rPr lang="it-IT" b="1" dirty="0"/>
              <a:t>Cosa realizzare</a:t>
            </a:r>
            <a:endParaRPr lang="it-IT" dirty="0"/>
          </a:p>
          <a:p>
            <a:r>
              <a:rPr lang="it-IT" dirty="0"/>
              <a:t>Due modelli collegati tra loro: </a:t>
            </a:r>
          </a:p>
          <a:p>
            <a:pPr lvl="1"/>
            <a:r>
              <a:rPr lang="it-IT" dirty="0"/>
              <a:t>Autore, con almeno il campo nome.</a:t>
            </a:r>
          </a:p>
          <a:p>
            <a:pPr lvl="1"/>
            <a:r>
              <a:rPr lang="it-IT" dirty="0"/>
              <a:t>Libro, con un titolo, un anno di pubblicazione (numero), e un campo autore collegato all'autore tramite una relazione (come abbiamo fatto con gli articoli).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39B79-26D5-47CD-3A8F-58BB06F86F81}"/>
              </a:ext>
            </a:extLst>
          </p:cNvPr>
          <p:cNvSpPr txBox="1"/>
          <p:nvPr/>
        </p:nvSpPr>
        <p:spPr>
          <a:xfrm>
            <a:off x="7270376" y="1825625"/>
            <a:ext cx="502023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STEP 2 . </a:t>
            </a:r>
            <a:r>
              <a:rPr lang="en-US" dirty="0" err="1">
                <a:latin typeface="Consolas" panose="020B0609020204030204" pitchFamily="49" charset="0"/>
              </a:rPr>
              <a:t>Creazione</a:t>
            </a:r>
            <a:r>
              <a:rPr lang="en-US" dirty="0">
                <a:latin typeface="Consolas" panose="020B0609020204030204" pitchFamily="49" charset="0"/>
              </a:rPr>
              <a:t> app </a:t>
            </a:r>
            <a:r>
              <a:rPr lang="en-US" dirty="0" err="1">
                <a:latin typeface="Consolas" panose="020B0609020204030204" pitchFamily="49" charset="0"/>
              </a:rPr>
              <a:t>biblioteca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-&gt; Da </a:t>
            </a:r>
            <a:r>
              <a:rPr lang="en-US" dirty="0" err="1">
                <a:latin typeface="Consolas" panose="020B0609020204030204" pitchFamily="49" charset="0"/>
              </a:rPr>
              <a:t>linea</a:t>
            </a:r>
            <a:r>
              <a:rPr lang="en-US" dirty="0">
                <a:latin typeface="Consolas" panose="020B0609020204030204" pitchFamily="49" charset="0"/>
              </a:rPr>
              <a:t> di </a:t>
            </a:r>
            <a:r>
              <a:rPr lang="en-US" dirty="0" err="1">
                <a:latin typeface="Consolas" panose="020B0609020204030204" pitchFamily="49" charset="0"/>
              </a:rPr>
              <a:t>comando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python manage.py startapp biblioteca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-&gt; </a:t>
            </a:r>
            <a:r>
              <a:rPr lang="it-IT" dirty="0"/>
              <a:t>Ricorda di aggiungere '</a:t>
            </a:r>
            <a:r>
              <a:rPr lang="it-IT" dirty="0">
                <a:latin typeface="Consolas" panose="020B0609020204030204" pitchFamily="49" charset="0"/>
              </a:rPr>
              <a:t>biblioteca</a:t>
            </a:r>
            <a:r>
              <a:rPr lang="it-IT" dirty="0"/>
              <a:t>' alla lista INSTALLED_APPS in settings.py.</a:t>
            </a:r>
            <a:br>
              <a:rPr lang="it-IT" dirty="0"/>
            </a:br>
            <a:br>
              <a:rPr lang="it-IT" dirty="0"/>
            </a:br>
            <a:r>
              <a:rPr lang="en-US" dirty="0">
                <a:latin typeface="Consolas" panose="020B0609020204030204" pitchFamily="49" charset="0"/>
              </a:rPr>
              <a:t>INSTALLED_APPS = [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'</a:t>
            </a:r>
            <a:r>
              <a:rPr lang="it-IT" dirty="0">
                <a:latin typeface="Consolas" panose="020B0609020204030204" pitchFamily="49" charset="0"/>
              </a:rPr>
              <a:t>biblioteca</a:t>
            </a:r>
            <a:r>
              <a:rPr lang="en-US" dirty="0">
                <a:latin typeface="Consolas" panose="020B0609020204030204" pitchFamily="49" charset="0"/>
              </a:rPr>
              <a:t>',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0482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E62A3-3F96-15E0-E68A-640240F3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DBC2-E58F-86A9-75F0-0EF89591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piccola</a:t>
            </a:r>
            <a:r>
              <a:rPr lang="en-US" dirty="0"/>
              <a:t> </a:t>
            </a:r>
            <a:r>
              <a:rPr lang="en-US" dirty="0" err="1"/>
              <a:t>biblioteca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03A30-F76C-4335-4D85-17931611B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636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Crea una nuova app chiamata biblioteca e costruisci un mini-catalogo di libri.</a:t>
            </a:r>
          </a:p>
          <a:p>
            <a:pPr marL="0" indent="0">
              <a:buNone/>
            </a:pPr>
            <a:r>
              <a:rPr lang="it-IT" b="1" dirty="0"/>
              <a:t>Cosa realizzare</a:t>
            </a:r>
            <a:endParaRPr lang="it-IT" dirty="0"/>
          </a:p>
          <a:p>
            <a:r>
              <a:rPr lang="it-IT" dirty="0"/>
              <a:t>Due modelli collegati tra loro: </a:t>
            </a:r>
          </a:p>
          <a:p>
            <a:pPr lvl="1"/>
            <a:r>
              <a:rPr lang="it-IT" dirty="0"/>
              <a:t>Autore, con almeno il campo nome.</a:t>
            </a:r>
          </a:p>
          <a:p>
            <a:pPr lvl="1"/>
            <a:r>
              <a:rPr lang="it-IT" dirty="0"/>
              <a:t>Libro, con un titolo, un anno di pubblicazione (numero), e un campo autore collegato all'autore tramite una relazione (come abbiamo fatto con gli articoli).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9A487-026C-980E-3D1C-8630CE2B2831}"/>
              </a:ext>
            </a:extLst>
          </p:cNvPr>
          <p:cNvSpPr txBox="1"/>
          <p:nvPr/>
        </p:nvSpPr>
        <p:spPr>
          <a:xfrm>
            <a:off x="7270376" y="1825625"/>
            <a:ext cx="502023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STEP 3 . </a:t>
            </a:r>
            <a:r>
              <a:rPr lang="en-US" dirty="0" err="1">
                <a:latin typeface="Consolas" panose="020B0609020204030204" pitchFamily="49" charset="0"/>
              </a:rPr>
              <a:t>Creazione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modelli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Nel file biblioteca/models.py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latin typeface="Consolas" panose="020B0609020204030204" pitchFamily="49" charset="0"/>
              </a:rPr>
              <a:t>class Autore(</a:t>
            </a:r>
            <a:r>
              <a:rPr lang="en-US" dirty="0" err="1">
                <a:latin typeface="Consolas" panose="020B0609020204030204" pitchFamily="49" charset="0"/>
              </a:rPr>
              <a:t>models.Model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latin typeface="Consolas" panose="020B0609020204030204" pitchFamily="49" charset="0"/>
              </a:rPr>
              <a:t>class Libro(</a:t>
            </a:r>
            <a:r>
              <a:rPr lang="en-US" dirty="0" err="1">
                <a:latin typeface="Consolas" panose="020B0609020204030204" pitchFamily="49" charset="0"/>
              </a:rPr>
              <a:t>models.Model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-&gt; Da </a:t>
            </a:r>
            <a:r>
              <a:rPr lang="en-US" dirty="0" err="1">
                <a:latin typeface="Consolas" panose="020B0609020204030204" pitchFamily="49" charset="0"/>
              </a:rPr>
              <a:t>linea</a:t>
            </a:r>
            <a:r>
              <a:rPr lang="en-US" dirty="0">
                <a:latin typeface="Consolas" panose="020B0609020204030204" pitchFamily="49" charset="0"/>
              </a:rPr>
              <a:t> di </a:t>
            </a:r>
            <a:r>
              <a:rPr lang="en-US" dirty="0" err="1">
                <a:latin typeface="Consolas" panose="020B0609020204030204" pitchFamily="49" charset="0"/>
              </a:rPr>
              <a:t>comando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it-IT" sz="1600" dirty="0"/>
              <a:t>python manage.py makemigrations # crea le istruzioni </a:t>
            </a:r>
          </a:p>
          <a:p>
            <a:r>
              <a:rPr lang="it-IT" sz="1600" dirty="0"/>
              <a:t>python manage.py migrate # le applica al database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08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D08B-F656-12B3-C102-ED83ED50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3633-41BD-0B18-B0E4-B7DB3C0E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piccola</a:t>
            </a:r>
            <a:r>
              <a:rPr lang="en-US" dirty="0"/>
              <a:t> </a:t>
            </a:r>
            <a:r>
              <a:rPr lang="en-US" dirty="0" err="1"/>
              <a:t>biblioteca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D4240-4CD7-6032-D6C6-4398CCB4F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636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Crea una nuova app chiamata biblioteca e costruisci un mini-catalogo di libri.</a:t>
            </a:r>
          </a:p>
          <a:p>
            <a:pPr marL="0" indent="0">
              <a:buNone/>
            </a:pPr>
            <a:r>
              <a:rPr lang="it-IT" b="1" dirty="0"/>
              <a:t>Cosa realizzare</a:t>
            </a:r>
            <a:endParaRPr lang="it-IT" dirty="0"/>
          </a:p>
          <a:p>
            <a:r>
              <a:rPr lang="it-IT" dirty="0"/>
              <a:t>Due modelli collegati tra loro: </a:t>
            </a:r>
          </a:p>
          <a:p>
            <a:pPr lvl="1"/>
            <a:r>
              <a:rPr lang="it-IT" dirty="0"/>
              <a:t>Autore, con almeno il campo nome.</a:t>
            </a:r>
          </a:p>
          <a:p>
            <a:pPr lvl="1"/>
            <a:r>
              <a:rPr lang="it-IT" dirty="0"/>
              <a:t>Libro, con un titolo, un anno di pubblicazione (numero), e un campo autore collegato all'autore tramite una relazione (come abbiamo fatto con gli articoli).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26426-9011-4A90-FEA2-488399DE3CAD}"/>
              </a:ext>
            </a:extLst>
          </p:cNvPr>
          <p:cNvSpPr txBox="1"/>
          <p:nvPr/>
        </p:nvSpPr>
        <p:spPr>
          <a:xfrm>
            <a:off x="7270376" y="1825625"/>
            <a:ext cx="50202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STEP 4 . </a:t>
            </a:r>
            <a:r>
              <a:rPr lang="en-US" dirty="0" err="1">
                <a:latin typeface="Consolas" panose="020B0609020204030204" pitchFamily="49" charset="0"/>
              </a:rPr>
              <a:t>Creazione</a:t>
            </a:r>
            <a:r>
              <a:rPr lang="en-US" dirty="0">
                <a:latin typeface="Consolas" panose="020B0609020204030204" pitchFamily="49" charset="0"/>
              </a:rPr>
              <a:t> view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Nel file biblioteca/views.py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onsolas" panose="020B0609020204030204" pitchFamily="49" charset="0"/>
              </a:rPr>
              <a:t>def </a:t>
            </a:r>
            <a:r>
              <a:rPr lang="en-US" altLang="en-US" dirty="0" err="1">
                <a:latin typeface="Consolas" panose="020B0609020204030204" pitchFamily="49" charset="0"/>
              </a:rPr>
              <a:t>lista_libri</a:t>
            </a:r>
            <a:r>
              <a:rPr lang="en-US" altLang="en-US" dirty="0">
                <a:latin typeface="Consolas" panose="020B0609020204030204" pitchFamily="49" charset="0"/>
              </a:rPr>
              <a:t>(request):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onsolas" panose="020B0609020204030204" pitchFamily="49" charset="0"/>
              </a:rPr>
              <a:t>…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onsolas" panose="020B0609020204030204" pitchFamily="49" charset="0"/>
              </a:rPr>
              <a:t>...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onsolas" panose="020B0609020204030204" pitchFamily="49" charset="0"/>
              </a:rPr>
              <a:t>…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900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1C04-DF64-57F7-8918-5011A288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83343-4A1A-7666-70BE-56EAF7B6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piccola</a:t>
            </a:r>
            <a:r>
              <a:rPr lang="en-US" dirty="0"/>
              <a:t> </a:t>
            </a:r>
            <a:r>
              <a:rPr lang="en-US" dirty="0" err="1"/>
              <a:t>biblioteca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264EB-8678-CFE5-DFB2-1C325AAEF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636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Crea una nuova app chiamata biblioteca e costruisci un mini-catalogo di libri.</a:t>
            </a:r>
          </a:p>
          <a:p>
            <a:pPr marL="0" indent="0">
              <a:buNone/>
            </a:pPr>
            <a:r>
              <a:rPr lang="it-IT" b="1" dirty="0"/>
              <a:t>Cosa realizzare</a:t>
            </a:r>
            <a:endParaRPr lang="it-IT" dirty="0"/>
          </a:p>
          <a:p>
            <a:r>
              <a:rPr lang="it-IT" dirty="0"/>
              <a:t>Due modelli collegati tra loro: </a:t>
            </a:r>
          </a:p>
          <a:p>
            <a:pPr lvl="1"/>
            <a:r>
              <a:rPr lang="it-IT" dirty="0"/>
              <a:t>Autore, con almeno il campo nome.</a:t>
            </a:r>
          </a:p>
          <a:p>
            <a:pPr lvl="1"/>
            <a:r>
              <a:rPr lang="it-IT" dirty="0"/>
              <a:t>Libro, con un titolo, un anno di pubblicazione (numero), e un campo autore collegato all'autore tramite una relazione (come abbiamo fatto con gli articoli).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97ED8D-75AB-9712-9746-FD0FF202754F}"/>
              </a:ext>
            </a:extLst>
          </p:cNvPr>
          <p:cNvSpPr txBox="1"/>
          <p:nvPr/>
        </p:nvSpPr>
        <p:spPr>
          <a:xfrm>
            <a:off x="7270376" y="1825625"/>
            <a:ext cx="502023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STEP 4 . </a:t>
            </a:r>
            <a:r>
              <a:rPr lang="en-US" sz="1200" dirty="0" err="1">
                <a:latin typeface="Consolas" panose="020B0609020204030204" pitchFamily="49" charset="0"/>
              </a:rPr>
              <a:t>Creazione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url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latin typeface="Consolas" panose="020B0609020204030204" pitchFamily="49" charset="0"/>
              </a:rPr>
              <a:t>Dentro</a:t>
            </a:r>
            <a:r>
              <a:rPr lang="en-US" sz="1200" dirty="0">
                <a:latin typeface="Consolas" panose="020B0609020204030204" pitchFamily="49" charset="0"/>
              </a:rPr>
              <a:t> mysite/urls.py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from </a:t>
            </a:r>
            <a:r>
              <a:rPr lang="en-US" altLang="en-US" sz="1200" dirty="0" err="1">
                <a:latin typeface="Consolas" panose="020B0609020204030204" pitchFamily="49" charset="0"/>
              </a:rPr>
              <a:t>django.contrib</a:t>
            </a:r>
            <a:r>
              <a:rPr lang="en-US" altLang="en-US" sz="1200" dirty="0">
                <a:latin typeface="Consolas" panose="020B0609020204030204" pitchFamily="49" charset="0"/>
              </a:rPr>
              <a:t> import admin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from </a:t>
            </a:r>
            <a:r>
              <a:rPr lang="en-US" altLang="en-US" sz="1200" dirty="0" err="1">
                <a:latin typeface="Consolas" panose="020B0609020204030204" pitchFamily="49" charset="0"/>
              </a:rPr>
              <a:t>django.urls</a:t>
            </a:r>
            <a:r>
              <a:rPr lang="en-US" altLang="en-US" sz="1200" dirty="0">
                <a:latin typeface="Consolas" panose="020B0609020204030204" pitchFamily="49" charset="0"/>
              </a:rPr>
              <a:t> import path, include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>
                <a:latin typeface="Consolas" panose="020B0609020204030204" pitchFamily="49" charset="0"/>
              </a:rPr>
              <a:t>urlpatterns</a:t>
            </a:r>
            <a:r>
              <a:rPr lang="en-US" altLang="en-US" sz="1200" dirty="0">
                <a:latin typeface="Consolas" panose="020B0609020204030204" pitchFamily="49" charset="0"/>
              </a:rPr>
              <a:t> = [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    path("admin/", </a:t>
            </a:r>
            <a:r>
              <a:rPr lang="en-US" altLang="en-US" sz="1200" dirty="0" err="1">
                <a:latin typeface="Consolas" panose="020B0609020204030204" pitchFamily="49" charset="0"/>
              </a:rPr>
              <a:t>admin.site.urls</a:t>
            </a:r>
            <a:r>
              <a:rPr lang="en-US" altLang="en-US" sz="1200" dirty="0">
                <a:latin typeface="Consolas" panose="020B0609020204030204" pitchFamily="49" charset="0"/>
              </a:rPr>
              <a:t>),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    path(“</a:t>
            </a:r>
            <a:r>
              <a:rPr lang="en-US" altLang="en-US" sz="1200" dirty="0" err="1">
                <a:latin typeface="Consolas" panose="020B0609020204030204" pitchFamily="49" charset="0"/>
              </a:rPr>
              <a:t>biblioteca</a:t>
            </a:r>
            <a:r>
              <a:rPr lang="en-US" altLang="en-US" sz="1200" dirty="0">
                <a:latin typeface="Consolas" panose="020B0609020204030204" pitchFamily="49" charset="0"/>
              </a:rPr>
              <a:t>/", include(“</a:t>
            </a:r>
            <a:r>
              <a:rPr lang="en-US" altLang="en-US" sz="1200" dirty="0" err="1">
                <a:latin typeface="Consolas" panose="020B0609020204030204" pitchFamily="49" charset="0"/>
              </a:rPr>
              <a:t>biblioteca.urls</a:t>
            </a:r>
            <a:r>
              <a:rPr lang="en-US" altLang="en-US" sz="1200" dirty="0">
                <a:latin typeface="Consolas" panose="020B0609020204030204" pitchFamily="49" charset="0"/>
              </a:rPr>
              <a:t>")),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]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/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-&gt; </a:t>
            </a:r>
            <a:r>
              <a:rPr lang="en-US" altLang="en-US" sz="1200" dirty="0" err="1">
                <a:latin typeface="Consolas" panose="020B0609020204030204" pitchFamily="49" charset="0"/>
              </a:rPr>
              <a:t>dentro</a:t>
            </a:r>
            <a:r>
              <a:rPr lang="en-US" altLang="en-US" sz="1200" dirty="0">
                <a:latin typeface="Consolas" panose="020B0609020204030204" pitchFamily="49" charset="0"/>
              </a:rPr>
              <a:t> biblioteca/urls.py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from </a:t>
            </a:r>
            <a:r>
              <a:rPr lang="en-US" altLang="en-US" sz="1200" dirty="0" err="1">
                <a:latin typeface="Consolas" panose="020B0609020204030204" pitchFamily="49" charset="0"/>
              </a:rPr>
              <a:t>django.urls</a:t>
            </a:r>
            <a:r>
              <a:rPr lang="en-US" altLang="en-US" sz="1200" dirty="0">
                <a:latin typeface="Consolas" panose="020B0609020204030204" pitchFamily="49" charset="0"/>
              </a:rPr>
              <a:t> import path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from . import views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 err="1">
                <a:latin typeface="Consolas" panose="020B0609020204030204" pitchFamily="49" charset="0"/>
              </a:rPr>
              <a:t>urlpatterns</a:t>
            </a:r>
            <a:r>
              <a:rPr lang="en-US" altLang="en-US" sz="1200" dirty="0">
                <a:latin typeface="Consolas" panose="020B0609020204030204" pitchFamily="49" charset="0"/>
              </a:rPr>
              <a:t> = [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    path(“libri/", </a:t>
            </a:r>
            <a:r>
              <a:rPr lang="en-US" altLang="en-US" sz="1200" dirty="0" err="1">
                <a:latin typeface="Consolas" panose="020B0609020204030204" pitchFamily="49" charset="0"/>
              </a:rPr>
              <a:t>views.</a:t>
            </a:r>
            <a:r>
              <a:rPr lang="en-US" altLang="en-US" sz="1200" err="1">
                <a:latin typeface="Consolas" panose="020B0609020204030204" pitchFamily="49" charset="0"/>
              </a:rPr>
              <a:t>lista</a:t>
            </a:r>
            <a:r>
              <a:rPr lang="en-US" altLang="en-US" sz="1200">
                <a:latin typeface="Consolas" panose="020B0609020204030204" pitchFamily="49" charset="0"/>
              </a:rPr>
              <a:t>_libri, </a:t>
            </a:r>
            <a:r>
              <a:rPr lang="en-US" altLang="en-US" sz="1200" dirty="0">
                <a:latin typeface="Consolas" panose="020B0609020204030204" pitchFamily="49" charset="0"/>
              </a:rPr>
              <a:t>name="</a:t>
            </a:r>
            <a:r>
              <a:rPr lang="en-US" altLang="en-US" sz="1200" dirty="0" err="1">
                <a:latin typeface="Consolas" panose="020B0609020204030204" pitchFamily="49" charset="0"/>
              </a:rPr>
              <a:t>lista</a:t>
            </a:r>
            <a:r>
              <a:rPr lang="en-US" altLang="en-US" sz="1200" dirty="0">
                <a:latin typeface="Consolas" panose="020B0609020204030204" pitchFamily="49" charset="0"/>
              </a:rPr>
              <a:t>"),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771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8E4A-B67C-6181-8DFB-1B480180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94DF-6648-206D-F04E-BFB17270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piccola</a:t>
            </a:r>
            <a:r>
              <a:rPr lang="en-US" dirty="0"/>
              <a:t> </a:t>
            </a:r>
            <a:r>
              <a:rPr lang="en-US" dirty="0" err="1"/>
              <a:t>biblioteca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5CB01-1537-2955-84FF-19C7C1248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636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Crea una nuova app chiamata biblioteca e costruisci un mini-catalogo di libri.</a:t>
            </a:r>
          </a:p>
          <a:p>
            <a:pPr marL="0" indent="0">
              <a:buNone/>
            </a:pPr>
            <a:r>
              <a:rPr lang="it-IT" b="1" dirty="0"/>
              <a:t>Cosa realizzare</a:t>
            </a:r>
            <a:endParaRPr lang="it-IT" dirty="0"/>
          </a:p>
          <a:p>
            <a:r>
              <a:rPr lang="it-IT" dirty="0"/>
              <a:t>Due modelli collegati tra loro: </a:t>
            </a:r>
          </a:p>
          <a:p>
            <a:pPr lvl="1"/>
            <a:r>
              <a:rPr lang="it-IT" dirty="0"/>
              <a:t>Autore, con almeno il campo nome.</a:t>
            </a:r>
          </a:p>
          <a:p>
            <a:pPr lvl="1"/>
            <a:r>
              <a:rPr lang="it-IT" dirty="0"/>
              <a:t>Libro, con un titolo, un anno di pubblicazione (numero), e un campo autore collegato all'autore tramite una relazione (come abbiamo fatto con gli articoli).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842E7-FEBE-2279-7414-26543F0E9B95}"/>
              </a:ext>
            </a:extLst>
          </p:cNvPr>
          <p:cNvSpPr txBox="1"/>
          <p:nvPr/>
        </p:nvSpPr>
        <p:spPr>
          <a:xfrm>
            <a:off x="7270376" y="1825625"/>
            <a:ext cx="50202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STEP 5 . </a:t>
            </a:r>
            <a:r>
              <a:rPr lang="en-US" dirty="0" err="1">
                <a:latin typeface="Consolas" panose="020B0609020204030204" pitchFamily="49" charset="0"/>
              </a:rPr>
              <a:t>Creazione</a:t>
            </a:r>
            <a:r>
              <a:rPr lang="en-US" dirty="0">
                <a:latin typeface="Consolas" panose="020B0609020204030204" pitchFamily="49" charset="0"/>
              </a:rPr>
              <a:t> template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Creare</a:t>
            </a:r>
            <a:r>
              <a:rPr lang="en-US" dirty="0">
                <a:latin typeface="Consolas" panose="020B0609020204030204" pitchFamily="49" charset="0"/>
              </a:rPr>
              <a:t> biblioteca/templates/listalibri.html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&lt;html&gt;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  <a:p>
            <a:r>
              <a:rPr lang="en-US" dirty="0">
                <a:latin typeface="Consolas" panose="020B0609020204030204" pitchFamily="49" charset="0"/>
              </a:rPr>
              <a:t>&lt;/html&gt;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413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408B0-AB5E-3843-4020-D3D07B59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piccola</a:t>
            </a:r>
            <a:r>
              <a:rPr lang="en-US" dirty="0"/>
              <a:t> </a:t>
            </a:r>
            <a:r>
              <a:rPr lang="en-US" dirty="0" err="1"/>
              <a:t>biblioteca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D7484-AB99-1B50-391D-F26204C3C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Registra entrambi i modelli nel pannello </a:t>
            </a:r>
            <a:r>
              <a:rPr lang="it-IT" b="1" dirty="0"/>
              <a:t>admin</a:t>
            </a:r>
            <a:r>
              <a:rPr lang="it-IT" dirty="0"/>
              <a:t> e, dall'admin, inserisci almeno </a:t>
            </a:r>
            <a:r>
              <a:rPr lang="it-IT" b="1" dirty="0"/>
              <a:t>2 autori</a:t>
            </a:r>
            <a:r>
              <a:rPr lang="it-IT" dirty="0"/>
              <a:t> e </a:t>
            </a:r>
            <a:r>
              <a:rPr lang="it-IT" b="1" dirty="0"/>
              <a:t>4 libri</a:t>
            </a:r>
            <a:r>
              <a:rPr lang="it-IT" dirty="0"/>
              <a:t>.</a:t>
            </a:r>
          </a:p>
          <a:p>
            <a:r>
              <a:rPr lang="it-IT" dirty="0"/>
              <a:t>Crea una pagina raggiungibile all'indirizzo /biblioteca/libri/ che mostri l'elenco di tutti i libri, ciascuno con il suo titolo, l'anno e il nome dell'autore.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03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D22-9E1B-4A74-C109-4EB846A5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– API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15881-B000-4146-8154-C80ECEC8C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pip install </a:t>
            </a:r>
            <a:r>
              <a:rPr lang="en-US" dirty="0" err="1"/>
              <a:t>djangorestframework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#settings.py</a:t>
            </a:r>
          </a:p>
          <a:p>
            <a:pPr marL="0" indent="0">
              <a:buNone/>
            </a:pPr>
            <a:r>
              <a:rPr lang="it-IT" dirty="0"/>
              <a:t>INSTALLED_APPS = [ # ... le app di Django già presenti ... 'rest_framework', 'blog’, ]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199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B7710-5D08-B8F4-68A7-6183A263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django</a:t>
            </a:r>
            <a:r>
              <a:rPr lang="en-US" dirty="0"/>
              <a:t> – API REST serializer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2FD8-3A0F-FC99-D8BF-1BCE89C24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blog/serializers.py  ← FILE NUOVO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rest_framework</a:t>
            </a:r>
            <a:r>
              <a:rPr lang="en-US" dirty="0"/>
              <a:t> import serializers</a:t>
            </a:r>
          </a:p>
          <a:p>
            <a:pPr marL="0" indent="0">
              <a:buNone/>
            </a:pPr>
            <a:r>
              <a:rPr lang="en-US" dirty="0"/>
              <a:t>from .models import </a:t>
            </a:r>
            <a:r>
              <a:rPr lang="en-US" dirty="0" err="1"/>
              <a:t>Articolo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ArticoloSerializer</a:t>
            </a:r>
            <a:r>
              <a:rPr lang="en-US" dirty="0"/>
              <a:t>(</a:t>
            </a:r>
            <a:r>
              <a:rPr lang="en-US" dirty="0" err="1"/>
              <a:t>serializers.ModelSerializer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class Meta:</a:t>
            </a:r>
          </a:p>
          <a:p>
            <a:pPr marL="0" indent="0">
              <a:buNone/>
            </a:pPr>
            <a:r>
              <a:rPr lang="en-US" dirty="0"/>
              <a:t>        model = </a:t>
            </a:r>
            <a:r>
              <a:rPr lang="en-US" dirty="0" err="1"/>
              <a:t>Articolo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fields = ["id", "</a:t>
            </a:r>
            <a:r>
              <a:rPr lang="en-US" dirty="0" err="1"/>
              <a:t>titolo</a:t>
            </a:r>
            <a:r>
              <a:rPr lang="en-US" dirty="0"/>
              <a:t>", "</a:t>
            </a:r>
            <a:r>
              <a:rPr lang="en-US" dirty="0" err="1"/>
              <a:t>contenuto</a:t>
            </a:r>
            <a:r>
              <a:rPr lang="en-US" dirty="0"/>
              <a:t>", "</a:t>
            </a:r>
            <a:r>
              <a:rPr lang="en-US" dirty="0" err="1"/>
              <a:t>pubblicato</a:t>
            </a:r>
            <a:r>
              <a:rPr lang="en-US" dirty="0"/>
              <a:t>", "</a:t>
            </a:r>
            <a:r>
              <a:rPr lang="en-US" dirty="0" err="1"/>
              <a:t>autore</a:t>
            </a:r>
            <a:r>
              <a:rPr lang="en-US" dirty="0"/>
              <a:t>"]</a:t>
            </a:r>
          </a:p>
        </p:txBody>
      </p:sp>
    </p:spTree>
    <p:extLst>
      <p:ext uri="{BB962C8B-B14F-4D97-AF65-F5344CB8AC3E}">
        <p14:creationId xmlns:p14="http://schemas.microsoft.com/office/powerpoint/2010/main" val="4049800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5364-F5C0-2B1A-0188-FA397CB7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498CD-2DB9-10C6-7BCA-8B159B10B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blog/views.py  ← FILE GIÀ ESISTENTE, </a:t>
            </a:r>
            <a:r>
              <a:rPr lang="en-US" dirty="0" err="1"/>
              <a:t>aggiungi</a:t>
            </a:r>
            <a:r>
              <a:rPr lang="en-US" dirty="0"/>
              <a:t> in </a:t>
            </a:r>
            <a:r>
              <a:rPr lang="en-US" dirty="0" err="1"/>
              <a:t>fondo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rest_framework</a:t>
            </a:r>
            <a:r>
              <a:rPr lang="en-US" dirty="0"/>
              <a:t> import </a:t>
            </a:r>
            <a:r>
              <a:rPr lang="en-US" dirty="0" err="1"/>
              <a:t>viewsets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.serializers import </a:t>
            </a:r>
            <a:r>
              <a:rPr lang="en-US" dirty="0" err="1"/>
              <a:t>ArticoloSerializer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ArticoloViewSet</a:t>
            </a:r>
            <a:r>
              <a:rPr lang="en-US" dirty="0"/>
              <a:t>(</a:t>
            </a:r>
            <a:r>
              <a:rPr lang="en-US" dirty="0" err="1"/>
              <a:t>viewsets.ModelViewSet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queryset</a:t>
            </a:r>
            <a:r>
              <a:rPr lang="en-US" dirty="0"/>
              <a:t> = </a:t>
            </a:r>
            <a:r>
              <a:rPr lang="en-US" dirty="0" err="1"/>
              <a:t>Articolo.objects.all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serializer_class</a:t>
            </a:r>
            <a:r>
              <a:rPr lang="en-US" dirty="0"/>
              <a:t> = </a:t>
            </a:r>
            <a:r>
              <a:rPr lang="en-US" dirty="0" err="1"/>
              <a:t>ArticoloSerializer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71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B5B6-4BF0-FBA1-7AFA-42A19ADD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08F9A-C1D4-FE28-6970-689C2D18C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# blog/urls.py  ← FILE GIÀ ESISTENTE, da </a:t>
            </a:r>
            <a:r>
              <a:rPr lang="en-US" dirty="0" err="1"/>
              <a:t>modificare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django.urls</a:t>
            </a:r>
            <a:r>
              <a:rPr lang="en-US" dirty="0"/>
              <a:t> import path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rest_framework.routers</a:t>
            </a:r>
            <a:r>
              <a:rPr lang="en-US" dirty="0"/>
              <a:t> import </a:t>
            </a:r>
            <a:r>
              <a:rPr lang="en-US" dirty="0" err="1"/>
              <a:t>DefaultRouter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. import views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router = </a:t>
            </a:r>
            <a:r>
              <a:rPr lang="en-US" dirty="0" err="1"/>
              <a:t>DefaultRouter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router.register</a:t>
            </a:r>
            <a:r>
              <a:rPr lang="en-US" dirty="0"/>
              <a:t>("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articoli</a:t>
            </a:r>
            <a:r>
              <a:rPr lang="en-US" dirty="0"/>
              <a:t>", </a:t>
            </a:r>
            <a:r>
              <a:rPr lang="en-US" dirty="0" err="1"/>
              <a:t>views.ArticoloViewSet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urlpatterns</a:t>
            </a:r>
            <a:r>
              <a:rPr lang="en-US" dirty="0"/>
              <a:t> = [</a:t>
            </a:r>
          </a:p>
          <a:p>
            <a:pPr marL="0" indent="0">
              <a:buNone/>
            </a:pPr>
            <a:r>
              <a:rPr lang="en-US" dirty="0"/>
              <a:t>    path("</a:t>
            </a:r>
            <a:r>
              <a:rPr lang="en-US" dirty="0" err="1"/>
              <a:t>articoli</a:t>
            </a:r>
            <a:r>
              <a:rPr lang="en-US" dirty="0"/>
              <a:t>/", </a:t>
            </a:r>
            <a:r>
              <a:rPr lang="en-US" dirty="0" err="1"/>
              <a:t>views.lista_articoli</a:t>
            </a:r>
            <a:r>
              <a:rPr lang="en-US" dirty="0"/>
              <a:t>, name="</a:t>
            </a:r>
            <a:r>
              <a:rPr lang="en-US" dirty="0" err="1"/>
              <a:t>lista</a:t>
            </a:r>
            <a:r>
              <a:rPr lang="en-US" dirty="0"/>
              <a:t>"),</a:t>
            </a:r>
          </a:p>
          <a:p>
            <a:pPr marL="0" indent="0">
              <a:buNone/>
            </a:pPr>
            <a:r>
              <a:rPr lang="en-US" dirty="0"/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urlpatterns</a:t>
            </a:r>
            <a:r>
              <a:rPr lang="en-US" dirty="0"/>
              <a:t> += </a:t>
            </a:r>
            <a:r>
              <a:rPr lang="en-US" dirty="0" err="1"/>
              <a:t>router.urls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Vai a http://127.0.0.1:8000/blog/api/articoli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http://127.0.0.1:8000/blog/api/articoli/1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113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BEE8-A7B2-E75F-C9F1-77C9A081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: </a:t>
            </a:r>
            <a:r>
              <a:rPr lang="en-US" dirty="0" err="1"/>
              <a:t>aggiunta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Metodi REST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biblioteca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968B1-AEFA-BEBA-567A-4213A8516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33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3650</TotalTime>
  <Words>2511</Words>
  <Application>Microsoft Office PowerPoint</Application>
  <PresentationFormat>Widescreen</PresentationFormat>
  <Paragraphs>448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Corso Python</vt:lpstr>
      <vt:lpstr>Agenda</vt:lpstr>
      <vt:lpstr>wxPython</vt:lpstr>
      <vt:lpstr>wxPython</vt:lpstr>
      <vt:lpstr>Basic Widgets</vt:lpstr>
      <vt:lpstr>Layout Widgets</vt:lpstr>
      <vt:lpstr>Advanced Widgets</vt:lpstr>
      <vt:lpstr>Esercizio Rubrica Telefonica</vt:lpstr>
      <vt:lpstr>Pausa</vt:lpstr>
      <vt:lpstr>Esercizio Rubrica Telefonica</vt:lpstr>
      <vt:lpstr>Esercizio Rubrica Telefonica</vt:lpstr>
      <vt:lpstr>django</vt:lpstr>
      <vt:lpstr>django – model view template</vt:lpstr>
      <vt:lpstr>django</vt:lpstr>
      <vt:lpstr>django</vt:lpstr>
      <vt:lpstr>django – ORM e modelli</vt:lpstr>
      <vt:lpstr>django – ORM e modelli</vt:lpstr>
      <vt:lpstr>django – ORM e modelli - migrazione</vt:lpstr>
      <vt:lpstr>django – ORM e modelli - QuerySet</vt:lpstr>
      <vt:lpstr>django - View</vt:lpstr>
      <vt:lpstr>django - URL</vt:lpstr>
      <vt:lpstr>django - Template</vt:lpstr>
      <vt:lpstr>django - Il pannello Admin</vt:lpstr>
      <vt:lpstr>django – relazioni</vt:lpstr>
      <vt:lpstr>django - relazioni</vt:lpstr>
      <vt:lpstr>django - relazioni</vt:lpstr>
      <vt:lpstr>Pausa</vt:lpstr>
      <vt:lpstr>Esercizio: una piccola biblioteca</vt:lpstr>
      <vt:lpstr>Esercizio: una piccola biblioteca</vt:lpstr>
      <vt:lpstr>Esercizio: una piccola biblioteca</vt:lpstr>
      <vt:lpstr>Esercizio: una piccola biblioteca</vt:lpstr>
      <vt:lpstr>Esercizio: una piccola biblioteca</vt:lpstr>
      <vt:lpstr>Esercizio: una piccola biblioteca</vt:lpstr>
      <vt:lpstr>Esercizio: una piccola biblioteca</vt:lpstr>
      <vt:lpstr>django – API REST</vt:lpstr>
      <vt:lpstr>django – API REST serializer</vt:lpstr>
      <vt:lpstr>View</vt:lpstr>
      <vt:lpstr>URL</vt:lpstr>
      <vt:lpstr>Esercizio: aggiunta dei Metodi REST alla biblioteca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9</cp:revision>
  <dcterms:created xsi:type="dcterms:W3CDTF">2026-05-21T11:36:00Z</dcterms:created>
  <dcterms:modified xsi:type="dcterms:W3CDTF">2026-06-04T13:57:27Z</dcterms:modified>
</cp:coreProperties>
</file>