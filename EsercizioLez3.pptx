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Di Piazza" userId="242384fd-1746-4b70-8d90-c83f4330e5ed" providerId="ADAL" clId="{FFF1DA74-BEAE-470B-8D8A-B7A1F3E1BF85}"/>
    <pc:docChg chg="custSel addSld delSld modSld">
      <pc:chgData name="Alessandro Di Piazza" userId="242384fd-1746-4b70-8d90-c83f4330e5ed" providerId="ADAL" clId="{FFF1DA74-BEAE-470B-8D8A-B7A1F3E1BF85}" dt="2026-05-29T14:02:44.413" v="72" actId="20577"/>
      <pc:docMkLst>
        <pc:docMk/>
      </pc:docMkLst>
      <pc:sldChg chg="delSp new del mod">
        <pc:chgData name="Alessandro Di Piazza" userId="242384fd-1746-4b70-8d90-c83f4330e5ed" providerId="ADAL" clId="{FFF1DA74-BEAE-470B-8D8A-B7A1F3E1BF85}" dt="2026-05-29T07:09:13.515" v="64" actId="2696"/>
        <pc:sldMkLst>
          <pc:docMk/>
          <pc:sldMk cId="82712038" sldId="256"/>
        </pc:sldMkLst>
        <pc:spChg chg="del">
          <ac:chgData name="Alessandro Di Piazza" userId="242384fd-1746-4b70-8d90-c83f4330e5ed" providerId="ADAL" clId="{FFF1DA74-BEAE-470B-8D8A-B7A1F3E1BF85}" dt="2026-05-29T07:09:08.667" v="61" actId="478"/>
          <ac:spMkLst>
            <pc:docMk/>
            <pc:sldMk cId="82712038" sldId="256"/>
            <ac:spMk id="2" creationId="{B1C0B1B2-CE44-74DA-A675-90576DB70F95}"/>
          </ac:spMkLst>
        </pc:spChg>
        <pc:spChg chg="del">
          <ac:chgData name="Alessandro Di Piazza" userId="242384fd-1746-4b70-8d90-c83f4330e5ed" providerId="ADAL" clId="{FFF1DA74-BEAE-470B-8D8A-B7A1F3E1BF85}" dt="2026-05-29T07:09:10.564" v="62" actId="478"/>
          <ac:spMkLst>
            <pc:docMk/>
            <pc:sldMk cId="82712038" sldId="256"/>
            <ac:spMk id="3" creationId="{AA22265A-118D-CF06-9DED-BAB671F6B7EB}"/>
          </ac:spMkLst>
        </pc:spChg>
      </pc:sldChg>
      <pc:sldChg chg="addSp modSp new mod">
        <pc:chgData name="Alessandro Di Piazza" userId="242384fd-1746-4b70-8d90-c83f4330e5ed" providerId="ADAL" clId="{FFF1DA74-BEAE-470B-8D8A-B7A1F3E1BF85}" dt="2026-05-29T14:02:44.413" v="72" actId="20577"/>
        <pc:sldMkLst>
          <pc:docMk/>
          <pc:sldMk cId="1540185058" sldId="257"/>
        </pc:sldMkLst>
        <pc:spChg chg="mod">
          <ac:chgData name="Alessandro Di Piazza" userId="242384fd-1746-4b70-8d90-c83f4330e5ed" providerId="ADAL" clId="{FFF1DA74-BEAE-470B-8D8A-B7A1F3E1BF85}" dt="2026-05-29T07:09:01.984" v="60" actId="20577"/>
          <ac:spMkLst>
            <pc:docMk/>
            <pc:sldMk cId="1540185058" sldId="257"/>
            <ac:spMk id="2" creationId="{419F43F3-AC81-86DC-336D-3783D1C319D3}"/>
          </ac:spMkLst>
        </pc:spChg>
        <pc:spChg chg="mod">
          <ac:chgData name="Alessandro Di Piazza" userId="242384fd-1746-4b70-8d90-c83f4330e5ed" providerId="ADAL" clId="{FFF1DA74-BEAE-470B-8D8A-B7A1F3E1BF85}" dt="2026-05-29T14:02:44.413" v="72" actId="20577"/>
          <ac:spMkLst>
            <pc:docMk/>
            <pc:sldMk cId="1540185058" sldId="257"/>
            <ac:spMk id="3" creationId="{F0A336A4-6788-4384-6D35-EC22F2FFDFBD}"/>
          </ac:spMkLst>
        </pc:spChg>
        <pc:spChg chg="add">
          <ac:chgData name="Alessandro Di Piazza" userId="242384fd-1746-4b70-8d90-c83f4330e5ed" providerId="ADAL" clId="{FFF1DA74-BEAE-470B-8D8A-B7A1F3E1BF85}" dt="2026-05-29T07:08:34.569" v="13"/>
          <ac:spMkLst>
            <pc:docMk/>
            <pc:sldMk cId="1540185058" sldId="257"/>
            <ac:spMk id="4" creationId="{DD6F76AD-372D-BFD8-BCA3-11BB2E74ACF6}"/>
          </ac:spMkLst>
        </pc:spChg>
      </pc:sldChg>
      <pc:sldChg chg="add">
        <pc:chgData name="Alessandro Di Piazza" userId="242384fd-1746-4b70-8d90-c83f4330e5ed" providerId="ADAL" clId="{FFF1DA74-BEAE-470B-8D8A-B7A1F3E1BF85}" dt="2026-05-29T07:09:10.785" v="63"/>
        <pc:sldMkLst>
          <pc:docMk/>
          <pc:sldMk cId="722898410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B5FD4-6119-FA10-2470-F62FAB826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5E6B4-B22E-7AA4-17CA-A9B0BD10A2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36FC2-B5B0-884F-8B2D-346D8D740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9A43-EB13-433E-9E17-6B299344955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4D9C2-B313-39B9-7302-E7B3D5D24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C504F-8BAE-D4E0-F43D-4A24107F4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7DF09-F6E8-4718-9C97-504660F5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21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6463-3C42-657E-8097-5A46E6112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E5A45-D159-221B-C187-76444B6B4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F0344-ED30-CD7A-6A7B-06687DE51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9A43-EB13-433E-9E17-6B299344955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CD9A1-CCBB-A048-A398-6C693EA64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381A7-A85A-4FF3-141A-34B577D0A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7DF09-F6E8-4718-9C97-504660F5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05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7026F-29C5-E28F-5A85-63B715B36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53FD8-912A-1861-9299-604EF284A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F8D2E-A291-D0D3-3BF4-6AF99F049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9A43-EB13-433E-9E17-6B299344955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CE3B-AC58-D795-6405-D2C89616F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D87A-965A-DC3E-9205-E495E97D7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7DF09-F6E8-4718-9C97-504660F5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41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0AF0D-F42A-8AFF-222D-BCEE98843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E3827-95C3-CE23-9FD0-F9133A6B0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07258-58D5-0EA4-B422-2412E1973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63CBAE-7286-B49D-137C-A52F7ABE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9A43-EB13-433E-9E17-6B299344955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20E45-5AD0-F14E-1682-FA62C45F5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0CEEF-49C2-52AB-D6FB-AE2832DFD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7DF09-F6E8-4718-9C97-504660F5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15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82E06-3258-01DD-210E-D23AF8804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E5A84-CA79-CDB1-E792-A24B15412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A85E6-4C98-4313-3108-A127DA872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7CCC83-1F83-E863-28DE-79C88FFBC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85A5DA-EAA9-32FC-4C48-DFEAFE08A2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E0C331-8ECB-D478-835B-243038346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9A43-EB13-433E-9E17-6B299344955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BB5867-3932-7E02-21B4-9F7171C39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15E91-1C56-1D3A-BE9A-0AA6EF9E4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7DF09-F6E8-4718-9C97-504660F5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99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DEA9F-0151-F2F9-A4AD-7B5ED44D3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87FA7-F193-3BF0-2DFE-CB93AAB3E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9A43-EB13-433E-9E17-6B299344955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BD011A-918A-F2A2-7CD0-BD435DCA6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DAA0D-BF6B-D9FF-788C-6101CA92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7DF09-F6E8-4718-9C97-504660F5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9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4E80F9-0B80-82EE-D5A1-D7A6C6719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9A43-EB13-433E-9E17-6B299344955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9253EA-03CB-72C2-E702-82C714366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B86AE-A86D-B7C9-E287-9688DAD07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7DF09-F6E8-4718-9C97-504660F5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06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DFE7D-0898-1F1A-3AF3-AC8BE0A4F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E0DF6-E97B-601B-DCE3-88B0A99F7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689A2-6AA7-E391-8080-3C1277880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D5143-E7DD-AA8C-D110-ACB560BD6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9A43-EB13-433E-9E17-6B299344955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D4E78-F10D-AC60-96D4-F308D950D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46C51-3EB9-5617-D650-F65B69953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7DF09-F6E8-4718-9C97-504660F5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07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59C7-42E9-1E33-778E-FCB11C3D2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651EE-1231-057D-1597-7AE3752547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144E1-CECA-07C2-C9CF-F93829996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90C61E-24DB-F709-AE32-F84321FA5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9A43-EB13-433E-9E17-6B299344955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B9F48-BE73-0403-F788-61307B1ED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EE5CE-EC1A-63A4-400C-C4351AF4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7DF09-F6E8-4718-9C97-504660F5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13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4F44-4862-E62F-7A22-93BE8E7A6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714E64-6428-F4B2-997A-173A33B38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4CEC1-3BB0-ECA2-614B-BD3D5886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9A43-EB13-433E-9E17-6B299344955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6CFD4-912C-8E5A-CED2-6E14B6408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2B920-44E0-2005-B88D-EDCECCD07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7DF09-F6E8-4718-9C97-504660F5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63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C5D98C-69CB-4E12-E8ED-7CC38BB2D1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0CB866-6FB8-E7F4-36A3-892A0CD4F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3370B-3169-7FBE-32F5-EADD880A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9A43-EB13-433E-9E17-6B299344955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84F74-8758-DEB9-84D2-2D621F889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78235-9F54-205C-3D1B-170E2370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7DF09-F6E8-4718-9C97-504660F5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99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33A3AF-CEE6-20B5-F727-17AFF839A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10ECF-0445-F724-DB9C-1B176756A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94A62-F91F-7915-0F01-C8B14CD434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B9A43-EB13-433E-9E17-6B299344955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2669D-3078-2EA1-F25C-289BC1C636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177B4-A916-C1F9-7C00-9537D88B90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7DF09-F6E8-4718-9C97-504660F5A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885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C584C-96BD-124F-ABCA-AB9CF6FE15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Corso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E327D-758D-40CC-C224-A718EBB6EE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22 Maggio</a:t>
            </a:r>
          </a:p>
          <a:p>
            <a:r>
              <a:rPr lang="en-US" dirty="0"/>
              <a:t>28-29 Maggio</a:t>
            </a:r>
          </a:p>
          <a:p>
            <a:r>
              <a:rPr lang="en-US" dirty="0"/>
              <a:t>3-4-5-8 Giugno</a:t>
            </a:r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87D3EFB6-5019-A5A0-925E-B94D9D24B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164" y="1122363"/>
            <a:ext cx="1353671" cy="135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898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F43F3-AC81-86DC-336D-3783D1C31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Matrici</a:t>
            </a:r>
            <a:r>
              <a:rPr lang="en-US" dirty="0"/>
              <a:t> in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336A4-6788-4384-6D35-EC22F2FFD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it-IT" dirty="0"/>
              <a:t>Crea due matrici NumPy A e B di dimensione 2x2:</a:t>
            </a:r>
          </a:p>
          <a:p>
            <a:pPr marL="0" indent="0">
              <a:buNone/>
            </a:pPr>
            <a:r>
              <a:rPr lang="it-IT" dirty="0"/>
              <a:t>A = [[1, 2],</a:t>
            </a:r>
            <a:br>
              <a:rPr lang="it-IT" dirty="0"/>
            </a:br>
            <a:r>
              <a:rPr lang="it-IT" dirty="0"/>
              <a:t>     [3, 4]]</a:t>
            </a:r>
            <a:br>
              <a:rPr lang="it-IT" dirty="0"/>
            </a:br>
            <a:br>
              <a:rPr lang="it-IT" dirty="0"/>
            </a:br>
            <a:r>
              <a:rPr lang="it-IT" dirty="0"/>
              <a:t>B = [[5, 6],</a:t>
            </a:r>
            <a:br>
              <a:rPr lang="it-IT" dirty="0"/>
            </a:br>
            <a:r>
              <a:rPr lang="it-IT" dirty="0"/>
              <a:t>     [7, 8]]</a:t>
            </a:r>
          </a:p>
          <a:p>
            <a:pPr marL="0" indent="0">
              <a:buNone/>
            </a:pPr>
            <a:r>
              <a:rPr lang="it-IT" dirty="0"/>
              <a:t>Scrivi un programma che:</a:t>
            </a:r>
          </a:p>
          <a:p>
            <a:r>
              <a:rPr lang="it-IT" dirty="0"/>
              <a:t>Crei le due matrici utilizzando NumPy. </a:t>
            </a:r>
          </a:p>
          <a:p>
            <a:r>
              <a:rPr lang="it-IT" dirty="0"/>
              <a:t>Calcoli la somma tra A e B. </a:t>
            </a:r>
          </a:p>
          <a:p>
            <a:r>
              <a:rPr lang="it-IT" dirty="0"/>
              <a:t>Calcoli la sottrazione A - B. </a:t>
            </a:r>
          </a:p>
          <a:p>
            <a:r>
              <a:rPr lang="it-IT" dirty="0"/>
              <a:t>Calcoli la moltiplicazione elemento per elemento (A * B). </a:t>
            </a:r>
          </a:p>
          <a:p>
            <a:r>
              <a:rPr lang="it-IT" dirty="0"/>
              <a:t>Calcoli il prodotto matriciale (A dot B ). </a:t>
            </a:r>
          </a:p>
          <a:p>
            <a:r>
              <a:rPr lang="it-IT" dirty="0"/>
              <a:t>Stampi tutti i risultati in modo leggibile.</a:t>
            </a:r>
          </a:p>
          <a:p>
            <a:pPr marL="0" indent="0">
              <a:buNone/>
            </a:pPr>
            <a:r>
              <a:rPr lang="it-IT" dirty="0"/>
              <a:t>Opzionale</a:t>
            </a:r>
          </a:p>
          <a:p>
            <a:r>
              <a:rPr lang="it-IT" dirty="0"/>
              <a:t>Calcolare la trasposta di A.</a:t>
            </a:r>
          </a:p>
          <a:p>
            <a:r>
              <a:rPr lang="it-IT" dirty="0"/>
              <a:t>Stampare il valore massimo e minimo presenti in B.</a:t>
            </a:r>
          </a:p>
          <a:p>
            <a:r>
              <a:rPr lang="it-IT" dirty="0"/>
              <a:t>Calcolare la somma di tutti gli elementi di A.</a:t>
            </a:r>
          </a:p>
          <a:p>
            <a:endParaRPr lang="it-IT" dirty="0"/>
          </a:p>
          <a:p>
            <a:endParaRPr lang="it-IT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185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134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Corso Python</vt:lpstr>
      <vt:lpstr>Matrici in numpy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Di Piazza</dc:creator>
  <cp:lastModifiedBy>Alessandro Di Piazza</cp:lastModifiedBy>
  <cp:revision>1</cp:revision>
  <dcterms:created xsi:type="dcterms:W3CDTF">2026-05-29T07:08:07Z</dcterms:created>
  <dcterms:modified xsi:type="dcterms:W3CDTF">2026-05-29T14:02:59Z</dcterms:modified>
</cp:coreProperties>
</file>