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2" r:id="rId7"/>
    <p:sldId id="280" r:id="rId8"/>
    <p:sldId id="271" r:id="rId9"/>
    <p:sldId id="274" r:id="rId10"/>
    <p:sldId id="273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4" d="100"/>
          <a:sy n="124" d="100"/>
        </p:scale>
        <p:origin x="24" y="-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Di Piazza" userId="242384fd-1746-4b70-8d90-c83f4330e5ed" providerId="ADAL" clId="{FFF1DA74-BEAE-470B-8D8A-B7A1F3E1BF85}"/>
    <pc:docChg chg="undo custSel addSld delSld modSld sldOrd">
      <pc:chgData name="Alessandro Di Piazza" userId="242384fd-1746-4b70-8d90-c83f4330e5ed" providerId="ADAL" clId="{FFF1DA74-BEAE-470B-8D8A-B7A1F3E1BF85}" dt="2026-06-08T10:19:20.312" v="2625" actId="27636"/>
      <pc:docMkLst>
        <pc:docMk/>
      </pc:docMkLst>
      <pc:sldChg chg="addSp modSp new mod">
        <pc:chgData name="Alessandro Di Piazza" userId="242384fd-1746-4b70-8d90-c83f4330e5ed" providerId="ADAL" clId="{FFF1DA74-BEAE-470B-8D8A-B7A1F3E1BF85}" dt="2026-05-27T10:45:12.779" v="2328" actId="790"/>
        <pc:sldMkLst>
          <pc:docMk/>
          <pc:sldMk cId="722898410" sldId="256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722898410" sldId="256"/>
            <ac:spMk id="2" creationId="{4E3C584C-96BD-124F-ABCA-AB9CF6FE152A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722898410" sldId="256"/>
            <ac:spMk id="3" creationId="{A56E327D-758D-40CC-C224-A718EBB6EEC8}"/>
          </ac:spMkLst>
        </pc:spChg>
        <pc:picChg chg="add mod">
          <ac:chgData name="Alessandro Di Piazza" userId="242384fd-1746-4b70-8d90-c83f4330e5ed" providerId="ADAL" clId="{FFF1DA74-BEAE-470B-8D8A-B7A1F3E1BF85}" dt="2026-05-21T11:37:19.057" v="64" actId="1076"/>
          <ac:picMkLst>
            <pc:docMk/>
            <pc:sldMk cId="722898410" sldId="256"/>
            <ac:picMk id="1026" creationId="{87D3EFB6-5019-A5A0-925E-B94D9D24BA4A}"/>
          </ac:picMkLst>
        </pc:picChg>
      </pc:sldChg>
      <pc:sldChg chg="addSp delSp modSp new del mod">
        <pc:chgData name="Alessandro Di Piazza" userId="242384fd-1746-4b70-8d90-c83f4330e5ed" providerId="ADAL" clId="{FFF1DA74-BEAE-470B-8D8A-B7A1F3E1BF85}" dt="2026-05-27T09:22:16.103" v="1555" actId="47"/>
        <pc:sldMkLst>
          <pc:docMk/>
          <pc:sldMk cId="2312129349" sldId="257"/>
        </pc:sldMkLst>
      </pc:sldChg>
      <pc:sldChg chg="modSp new del mod">
        <pc:chgData name="Alessandro Di Piazza" userId="242384fd-1746-4b70-8d90-c83f4330e5ed" providerId="ADAL" clId="{FFF1DA74-BEAE-470B-8D8A-B7A1F3E1BF85}" dt="2026-05-25T08:52:11.155" v="1183" actId="2696"/>
        <pc:sldMkLst>
          <pc:docMk/>
          <pc:sldMk cId="3268373739" sldId="258"/>
        </pc:sldMkLst>
      </pc:sldChg>
      <pc:sldChg chg="modSp new mod">
        <pc:chgData name="Alessandro Di Piazza" userId="242384fd-1746-4b70-8d90-c83f4330e5ed" providerId="ADAL" clId="{FFF1DA74-BEAE-470B-8D8A-B7A1F3E1BF85}" dt="2026-05-27T10:45:12.779" v="2328" actId="790"/>
        <pc:sldMkLst>
          <pc:docMk/>
          <pc:sldMk cId="3630284680" sldId="258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3630284680" sldId="258"/>
            <ac:spMk id="2" creationId="{DF9F321A-3DBB-2CEA-D316-61BA3B8C91F8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3630284680" sldId="258"/>
            <ac:spMk id="3" creationId="{144BDDAD-F2BA-5EC9-FC79-760DE859A970}"/>
          </ac:spMkLst>
        </pc:spChg>
      </pc:sldChg>
      <pc:sldChg chg="modSp new mod">
        <pc:chgData name="Alessandro Di Piazza" userId="242384fd-1746-4b70-8d90-c83f4330e5ed" providerId="ADAL" clId="{FFF1DA74-BEAE-470B-8D8A-B7A1F3E1BF85}" dt="2026-05-27T10:45:12.779" v="2328" actId="790"/>
        <pc:sldMkLst>
          <pc:docMk/>
          <pc:sldMk cId="2671856089" sldId="259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2671856089" sldId="259"/>
            <ac:spMk id="2" creationId="{BA4E784E-99D4-BC68-3839-781606648FCF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2671856089" sldId="259"/>
            <ac:spMk id="3" creationId="{2D8183A8-9750-5E15-58C0-695064248923}"/>
          </ac:spMkLst>
        </pc:spChg>
      </pc:sldChg>
      <pc:sldChg chg="modSp new del mod ord">
        <pc:chgData name="Alessandro Di Piazza" userId="242384fd-1746-4b70-8d90-c83f4330e5ed" providerId="ADAL" clId="{FFF1DA74-BEAE-470B-8D8A-B7A1F3E1BF85}" dt="2026-05-27T09:22:12.610" v="1550" actId="47"/>
        <pc:sldMkLst>
          <pc:docMk/>
          <pc:sldMk cId="3918085652" sldId="259"/>
        </pc:sldMkLst>
      </pc:sldChg>
      <pc:sldChg chg="modSp new del mod">
        <pc:chgData name="Alessandro Di Piazza" userId="242384fd-1746-4b70-8d90-c83f4330e5ed" providerId="ADAL" clId="{FFF1DA74-BEAE-470B-8D8A-B7A1F3E1BF85}" dt="2026-05-25T08:52:28.998" v="1184" actId="47"/>
        <pc:sldMkLst>
          <pc:docMk/>
          <pc:sldMk cId="4204095062" sldId="259"/>
        </pc:sldMkLst>
      </pc:sldChg>
      <pc:sldChg chg="modSp new del mod">
        <pc:chgData name="Alessandro Di Piazza" userId="242384fd-1746-4b70-8d90-c83f4330e5ed" providerId="ADAL" clId="{FFF1DA74-BEAE-470B-8D8A-B7A1F3E1BF85}" dt="2026-05-27T09:22:13.351" v="1551" actId="47"/>
        <pc:sldMkLst>
          <pc:docMk/>
          <pc:sldMk cId="502201516" sldId="260"/>
        </pc:sldMkLst>
      </pc:sldChg>
      <pc:sldChg chg="addSp delSp modSp new mod">
        <pc:chgData name="Alessandro Di Piazza" userId="242384fd-1746-4b70-8d90-c83f4330e5ed" providerId="ADAL" clId="{FFF1DA74-BEAE-470B-8D8A-B7A1F3E1BF85}" dt="2026-06-08T10:07:57.729" v="2548" actId="20577"/>
        <pc:sldMkLst>
          <pc:docMk/>
          <pc:sldMk cId="2830842287" sldId="260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2830842287" sldId="260"/>
            <ac:spMk id="2" creationId="{9E328BC5-F348-3B6B-2791-4D799E3D64A2}"/>
          </ac:spMkLst>
        </pc:spChg>
        <pc:spChg chg="mod">
          <ac:chgData name="Alessandro Di Piazza" userId="242384fd-1746-4b70-8d90-c83f4330e5ed" providerId="ADAL" clId="{FFF1DA74-BEAE-470B-8D8A-B7A1F3E1BF85}" dt="2026-06-08T10:07:57.729" v="2548" actId="20577"/>
          <ac:spMkLst>
            <pc:docMk/>
            <pc:sldMk cId="2830842287" sldId="260"/>
            <ac:spMk id="3" creationId="{487C7ED8-D716-F038-5D2A-4A43AC5DBF7D}"/>
          </ac:spMkLst>
        </pc:spChg>
      </pc:sldChg>
      <pc:sldChg chg="addSp delSp modSp new del mod">
        <pc:chgData name="Alessandro Di Piazza" userId="242384fd-1746-4b70-8d90-c83f4330e5ed" providerId="ADAL" clId="{FFF1DA74-BEAE-470B-8D8A-B7A1F3E1BF85}" dt="2026-05-25T08:52:29.505" v="1185" actId="47"/>
        <pc:sldMkLst>
          <pc:docMk/>
          <pc:sldMk cId="3624749337" sldId="260"/>
        </pc:sldMkLst>
      </pc:sldChg>
      <pc:sldChg chg="modSp new del mod ord">
        <pc:chgData name="Alessandro Di Piazza" userId="242384fd-1746-4b70-8d90-c83f4330e5ed" providerId="ADAL" clId="{FFF1DA74-BEAE-470B-8D8A-B7A1F3E1BF85}" dt="2026-05-27T09:22:13.918" v="1552" actId="47"/>
        <pc:sldMkLst>
          <pc:docMk/>
          <pc:sldMk cId="689915869" sldId="261"/>
        </pc:sldMkLst>
      </pc:sldChg>
      <pc:sldChg chg="modSp new del mod">
        <pc:chgData name="Alessandro Di Piazza" userId="242384fd-1746-4b70-8d90-c83f4330e5ed" providerId="ADAL" clId="{FFF1DA74-BEAE-470B-8D8A-B7A1F3E1BF85}" dt="2026-05-25T08:52:31.164" v="1186" actId="47"/>
        <pc:sldMkLst>
          <pc:docMk/>
          <pc:sldMk cId="1192458173" sldId="261"/>
        </pc:sldMkLst>
      </pc:sldChg>
      <pc:sldChg chg="modSp new mod">
        <pc:chgData name="Alessandro Di Piazza" userId="242384fd-1746-4b70-8d90-c83f4330e5ed" providerId="ADAL" clId="{FFF1DA74-BEAE-470B-8D8A-B7A1F3E1BF85}" dt="2026-05-27T10:45:12.779" v="2328" actId="790"/>
        <pc:sldMkLst>
          <pc:docMk/>
          <pc:sldMk cId="1762387843" sldId="261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762387843" sldId="261"/>
            <ac:spMk id="2" creationId="{F793D46B-7E30-B732-0B5F-6E6809874D3A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762387843" sldId="261"/>
            <ac:spMk id="3" creationId="{D3381AD2-43A0-150D-1ECF-68520D70D83F}"/>
          </ac:spMkLst>
        </pc:spChg>
      </pc:sldChg>
      <pc:sldChg chg="modSp new del mod">
        <pc:chgData name="Alessandro Di Piazza" userId="242384fd-1746-4b70-8d90-c83f4330e5ed" providerId="ADAL" clId="{FFF1DA74-BEAE-470B-8D8A-B7A1F3E1BF85}" dt="2026-05-25T08:52:31.538" v="1187" actId="47"/>
        <pc:sldMkLst>
          <pc:docMk/>
          <pc:sldMk cId="2124150076" sldId="262"/>
        </pc:sldMkLst>
      </pc:sldChg>
      <pc:sldChg chg="addSp delSp modSp new del mod">
        <pc:chgData name="Alessandro Di Piazza" userId="242384fd-1746-4b70-8d90-c83f4330e5ed" providerId="ADAL" clId="{FFF1DA74-BEAE-470B-8D8A-B7A1F3E1BF85}" dt="2026-05-27T09:22:14.547" v="1553" actId="47"/>
        <pc:sldMkLst>
          <pc:docMk/>
          <pc:sldMk cId="3061154852" sldId="262"/>
        </pc:sldMkLst>
      </pc:sldChg>
      <pc:sldChg chg="modSp new mod">
        <pc:chgData name="Alessandro Di Piazza" userId="242384fd-1746-4b70-8d90-c83f4330e5ed" providerId="ADAL" clId="{FFF1DA74-BEAE-470B-8D8A-B7A1F3E1BF85}" dt="2026-06-08T10:19:20.312" v="2625" actId="27636"/>
        <pc:sldMkLst>
          <pc:docMk/>
          <pc:sldMk cId="3962381380" sldId="262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3962381380" sldId="262"/>
            <ac:spMk id="2" creationId="{35316690-8711-B50B-642F-4F8E6A3A6709}"/>
          </ac:spMkLst>
        </pc:spChg>
        <pc:spChg chg="mod">
          <ac:chgData name="Alessandro Di Piazza" userId="242384fd-1746-4b70-8d90-c83f4330e5ed" providerId="ADAL" clId="{FFF1DA74-BEAE-470B-8D8A-B7A1F3E1BF85}" dt="2026-06-08T10:19:20.312" v="2625" actId="27636"/>
          <ac:spMkLst>
            <pc:docMk/>
            <pc:sldMk cId="3962381380" sldId="262"/>
            <ac:spMk id="3" creationId="{2C261B15-C03E-CCDC-8C51-C50DED6B9A0B}"/>
          </ac:spMkLst>
        </pc:spChg>
      </pc:sldChg>
      <pc:sldChg chg="modSp new mod">
        <pc:chgData name="Alessandro Di Piazza" userId="242384fd-1746-4b70-8d90-c83f4330e5ed" providerId="ADAL" clId="{FFF1DA74-BEAE-470B-8D8A-B7A1F3E1BF85}" dt="2026-05-27T10:45:12.779" v="2328" actId="790"/>
        <pc:sldMkLst>
          <pc:docMk/>
          <pc:sldMk cId="819659442" sldId="263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819659442" sldId="263"/>
            <ac:spMk id="2" creationId="{738A7FC1-603F-247E-E169-C4B84006ABA2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819659442" sldId="263"/>
            <ac:spMk id="3" creationId="{771F8C49-14E4-1319-670B-183FDA444239}"/>
          </ac:spMkLst>
        </pc:spChg>
      </pc:sldChg>
      <pc:sldChg chg="addSp delSp modSp new del mod">
        <pc:chgData name="Alessandro Di Piazza" userId="242384fd-1746-4b70-8d90-c83f4330e5ed" providerId="ADAL" clId="{FFF1DA74-BEAE-470B-8D8A-B7A1F3E1BF85}" dt="2026-05-25T08:52:31.910" v="1188" actId="47"/>
        <pc:sldMkLst>
          <pc:docMk/>
          <pc:sldMk cId="2620022595" sldId="263"/>
        </pc:sldMkLst>
      </pc:sldChg>
      <pc:sldChg chg="addSp delSp modSp new del mod">
        <pc:chgData name="Alessandro Di Piazza" userId="242384fd-1746-4b70-8d90-c83f4330e5ed" providerId="ADAL" clId="{FFF1DA74-BEAE-470B-8D8A-B7A1F3E1BF85}" dt="2026-05-27T09:22:15.215" v="1554" actId="47"/>
        <pc:sldMkLst>
          <pc:docMk/>
          <pc:sldMk cId="2660867481" sldId="263"/>
        </pc:sldMkLst>
      </pc:sldChg>
      <pc:sldChg chg="modSp new mod">
        <pc:chgData name="Alessandro Di Piazza" userId="242384fd-1746-4b70-8d90-c83f4330e5ed" providerId="ADAL" clId="{FFF1DA74-BEAE-470B-8D8A-B7A1F3E1BF85}" dt="2026-05-27T10:45:12.779" v="2328" actId="790"/>
        <pc:sldMkLst>
          <pc:docMk/>
          <pc:sldMk cId="979821371" sldId="264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979821371" sldId="264"/>
            <ac:spMk id="2" creationId="{DF76EFC1-4D98-4E1E-424D-EC4617223C78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979821371" sldId="264"/>
            <ac:spMk id="3" creationId="{0FCA317D-C329-8BC4-940E-A71B869BC415}"/>
          </ac:spMkLst>
        </pc:spChg>
      </pc:sldChg>
      <pc:sldChg chg="modSp new del mod">
        <pc:chgData name="Alessandro Di Piazza" userId="242384fd-1746-4b70-8d90-c83f4330e5ed" providerId="ADAL" clId="{FFF1DA74-BEAE-470B-8D8A-B7A1F3E1BF85}" dt="2026-05-25T08:52:32.299" v="1189" actId="47"/>
        <pc:sldMkLst>
          <pc:docMk/>
          <pc:sldMk cId="3985777224" sldId="264"/>
        </pc:sldMkLst>
      </pc:sldChg>
      <pc:sldChg chg="addSp modSp new mod">
        <pc:chgData name="Alessandro Di Piazza" userId="242384fd-1746-4b70-8d90-c83f4330e5ed" providerId="ADAL" clId="{FFF1DA74-BEAE-470B-8D8A-B7A1F3E1BF85}" dt="2026-05-27T10:45:12.779" v="2328" actId="790"/>
        <pc:sldMkLst>
          <pc:docMk/>
          <pc:sldMk cId="1312045967" sldId="265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312045967" sldId="265"/>
            <ac:spMk id="2" creationId="{952557A1-78A2-A110-34AF-D103054D313B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312045967" sldId="265"/>
            <ac:spMk id="3" creationId="{EDF4F6FC-886D-0373-5BC0-E8B3F269A656}"/>
          </ac:spMkLst>
        </pc:spChg>
        <pc:spChg chg="add 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312045967" sldId="265"/>
            <ac:spMk id="5" creationId="{9227F676-DA87-6A95-CD01-56C8D9F91E21}"/>
          </ac:spMkLst>
        </pc:spChg>
      </pc:sldChg>
      <pc:sldChg chg="addSp delSp modSp new del mod">
        <pc:chgData name="Alessandro Di Piazza" userId="242384fd-1746-4b70-8d90-c83f4330e5ed" providerId="ADAL" clId="{FFF1DA74-BEAE-470B-8D8A-B7A1F3E1BF85}" dt="2026-05-25T08:52:32.713" v="1190" actId="47"/>
        <pc:sldMkLst>
          <pc:docMk/>
          <pc:sldMk cId="3837398240" sldId="265"/>
        </pc:sldMkLst>
      </pc:sldChg>
      <pc:sldChg chg="addSp modSp new mod">
        <pc:chgData name="Alessandro Di Piazza" userId="242384fd-1746-4b70-8d90-c83f4330e5ed" providerId="ADAL" clId="{FFF1DA74-BEAE-470B-8D8A-B7A1F3E1BF85}" dt="2026-05-27T12:47:55.608" v="2417" actId="6549"/>
        <pc:sldMkLst>
          <pc:docMk/>
          <pc:sldMk cId="781585204" sldId="266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781585204" sldId="266"/>
            <ac:spMk id="2" creationId="{9D53752E-F4DF-689F-E109-F630FD37DD5D}"/>
          </ac:spMkLst>
        </pc:spChg>
        <pc:spChg chg="mod">
          <ac:chgData name="Alessandro Di Piazza" userId="242384fd-1746-4b70-8d90-c83f4330e5ed" providerId="ADAL" clId="{FFF1DA74-BEAE-470B-8D8A-B7A1F3E1BF85}" dt="2026-05-27T12:47:55.608" v="2417" actId="6549"/>
          <ac:spMkLst>
            <pc:docMk/>
            <pc:sldMk cId="781585204" sldId="266"/>
            <ac:spMk id="3" creationId="{10E979EF-76F4-D971-F4C5-6F556B33EB21}"/>
          </ac:spMkLst>
        </pc:spChg>
        <pc:picChg chg="add mod">
          <ac:chgData name="Alessandro Di Piazza" userId="242384fd-1746-4b70-8d90-c83f4330e5ed" providerId="ADAL" clId="{FFF1DA74-BEAE-470B-8D8A-B7A1F3E1BF85}" dt="2026-05-27T12:47:42.893" v="2403" actId="1076"/>
          <ac:picMkLst>
            <pc:docMk/>
            <pc:sldMk cId="781585204" sldId="266"/>
            <ac:picMk id="4" creationId="{0077BBD0-D57B-6F29-A24E-1B9FDB39AE13}"/>
          </ac:picMkLst>
        </pc:picChg>
      </pc:sldChg>
      <pc:sldChg chg="modSp new del mod">
        <pc:chgData name="Alessandro Di Piazza" userId="242384fd-1746-4b70-8d90-c83f4330e5ed" providerId="ADAL" clId="{FFF1DA74-BEAE-470B-8D8A-B7A1F3E1BF85}" dt="2026-05-25T08:52:33.509" v="1191" actId="47"/>
        <pc:sldMkLst>
          <pc:docMk/>
          <pc:sldMk cId="3355297426" sldId="266"/>
        </pc:sldMkLst>
      </pc:sldChg>
      <pc:sldChg chg="modSp new del mod">
        <pc:chgData name="Alessandro Di Piazza" userId="242384fd-1746-4b70-8d90-c83f4330e5ed" providerId="ADAL" clId="{FFF1DA74-BEAE-470B-8D8A-B7A1F3E1BF85}" dt="2026-05-25T08:52:34.113" v="1192" actId="47"/>
        <pc:sldMkLst>
          <pc:docMk/>
          <pc:sldMk cId="1683296771" sldId="267"/>
        </pc:sldMkLst>
      </pc:sldChg>
      <pc:sldChg chg="addSp modSp new mod ord">
        <pc:chgData name="Alessandro Di Piazza" userId="242384fd-1746-4b70-8d90-c83f4330e5ed" providerId="ADAL" clId="{FFF1DA74-BEAE-470B-8D8A-B7A1F3E1BF85}" dt="2026-05-27T12:21:37.416" v="2378"/>
        <pc:sldMkLst>
          <pc:docMk/>
          <pc:sldMk cId="4235319617" sldId="267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4235319617" sldId="267"/>
            <ac:spMk id="2" creationId="{31C49063-7B56-855F-2725-90E70E5C0A88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4235319617" sldId="267"/>
            <ac:spMk id="3" creationId="{B133FAB7-B93B-F06C-82CB-E54C7BED878B}"/>
          </ac:spMkLst>
        </pc:spChg>
        <pc:picChg chg="add mod">
          <ac:chgData name="Alessandro Di Piazza" userId="242384fd-1746-4b70-8d90-c83f4330e5ed" providerId="ADAL" clId="{FFF1DA74-BEAE-470B-8D8A-B7A1F3E1BF85}" dt="2026-05-27T09:59:55.900" v="1852" actId="1076"/>
          <ac:picMkLst>
            <pc:docMk/>
            <pc:sldMk cId="4235319617" sldId="267"/>
            <ac:picMk id="5" creationId="{260204D9-CD87-D25E-75D5-83757164CF4F}"/>
          </ac:picMkLst>
        </pc:picChg>
      </pc:sldChg>
      <pc:sldChg chg="modSp new mod ord">
        <pc:chgData name="Alessandro Di Piazza" userId="242384fd-1746-4b70-8d90-c83f4330e5ed" providerId="ADAL" clId="{FFF1DA74-BEAE-470B-8D8A-B7A1F3E1BF85}" dt="2026-05-27T12:21:47.812" v="2380"/>
        <pc:sldMkLst>
          <pc:docMk/>
          <pc:sldMk cId="773264542" sldId="268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773264542" sldId="268"/>
            <ac:spMk id="2" creationId="{B4490BBA-764B-A9D6-47C7-D81EB1F7F59D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773264542" sldId="268"/>
            <ac:spMk id="3" creationId="{F58786D4-462C-7E71-DB26-8B0D1A33A6E2}"/>
          </ac:spMkLst>
        </pc:spChg>
      </pc:sldChg>
      <pc:sldChg chg="modSp new del mod">
        <pc:chgData name="Alessandro Di Piazza" userId="242384fd-1746-4b70-8d90-c83f4330e5ed" providerId="ADAL" clId="{FFF1DA74-BEAE-470B-8D8A-B7A1F3E1BF85}" dt="2026-05-25T08:52:34.663" v="1193" actId="47"/>
        <pc:sldMkLst>
          <pc:docMk/>
          <pc:sldMk cId="4142277145" sldId="268"/>
        </pc:sldMkLst>
      </pc:sldChg>
      <pc:sldChg chg="modSp add del mod">
        <pc:chgData name="Alessandro Di Piazza" userId="242384fd-1746-4b70-8d90-c83f4330e5ed" providerId="ADAL" clId="{FFF1DA74-BEAE-470B-8D8A-B7A1F3E1BF85}" dt="2026-05-25T08:52:35.078" v="1194" actId="47"/>
        <pc:sldMkLst>
          <pc:docMk/>
          <pc:sldMk cId="520404976" sldId="269"/>
        </pc:sldMkLst>
      </pc:sldChg>
      <pc:sldChg chg="modSp new mod ord">
        <pc:chgData name="Alessandro Di Piazza" userId="242384fd-1746-4b70-8d90-c83f4330e5ed" providerId="ADAL" clId="{FFF1DA74-BEAE-470B-8D8A-B7A1F3E1BF85}" dt="2026-05-27T12:21:56.551" v="2382"/>
        <pc:sldMkLst>
          <pc:docMk/>
          <pc:sldMk cId="3950847781" sldId="269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3950847781" sldId="269"/>
            <ac:spMk id="2" creationId="{9B26B919-9B60-815C-A74F-5B638AD679B3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3950847781" sldId="269"/>
            <ac:spMk id="3" creationId="{A56FE55C-C56F-8CFB-8786-29A1795FF501}"/>
          </ac:spMkLst>
        </pc:spChg>
      </pc:sldChg>
      <pc:sldChg chg="modSp new mod ord">
        <pc:chgData name="Alessandro Di Piazza" userId="242384fd-1746-4b70-8d90-c83f4330e5ed" providerId="ADAL" clId="{FFF1DA74-BEAE-470B-8D8A-B7A1F3E1BF85}" dt="2026-05-27T12:22:08.033" v="2384"/>
        <pc:sldMkLst>
          <pc:docMk/>
          <pc:sldMk cId="2730103695" sldId="270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2730103695" sldId="270"/>
            <ac:spMk id="2" creationId="{B252C1B9-D0B4-463A-003D-B54793D9DB1D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2730103695" sldId="270"/>
            <ac:spMk id="3" creationId="{271AB044-08C5-7DD1-AF87-D7739498E4BD}"/>
          </ac:spMkLst>
        </pc:spChg>
      </pc:sldChg>
      <pc:sldChg chg="modSp new del mod">
        <pc:chgData name="Alessandro Di Piazza" userId="242384fd-1746-4b70-8d90-c83f4330e5ed" providerId="ADAL" clId="{FFF1DA74-BEAE-470B-8D8A-B7A1F3E1BF85}" dt="2026-05-25T08:52:35.576" v="1195" actId="47"/>
        <pc:sldMkLst>
          <pc:docMk/>
          <pc:sldMk cId="3659694773" sldId="270"/>
        </pc:sldMkLst>
      </pc:sldChg>
      <pc:sldChg chg="modSp new del mod">
        <pc:chgData name="Alessandro Di Piazza" userId="242384fd-1746-4b70-8d90-c83f4330e5ed" providerId="ADAL" clId="{FFF1DA74-BEAE-470B-8D8A-B7A1F3E1BF85}" dt="2026-05-25T08:52:36.014" v="1196" actId="47"/>
        <pc:sldMkLst>
          <pc:docMk/>
          <pc:sldMk cId="3382980601" sldId="271"/>
        </pc:sldMkLst>
      </pc:sldChg>
      <pc:sldChg chg="addSp modSp new mod ord">
        <pc:chgData name="Alessandro Di Piazza" userId="242384fd-1746-4b70-8d90-c83f4330e5ed" providerId="ADAL" clId="{FFF1DA74-BEAE-470B-8D8A-B7A1F3E1BF85}" dt="2026-05-27T12:22:23.314" v="2386"/>
        <pc:sldMkLst>
          <pc:docMk/>
          <pc:sldMk cId="3881666455" sldId="271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3881666455" sldId="271"/>
            <ac:spMk id="2" creationId="{EC050790-F501-8C11-90B7-9A05D08E8127}"/>
          </ac:spMkLst>
        </pc:spChg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3881666455" sldId="271"/>
            <ac:spMk id="3" creationId="{8469979B-DFC6-18A6-848E-BC239B868492}"/>
          </ac:spMkLst>
        </pc:spChg>
        <pc:picChg chg="add mod">
          <ac:chgData name="Alessandro Di Piazza" userId="242384fd-1746-4b70-8d90-c83f4330e5ed" providerId="ADAL" clId="{FFF1DA74-BEAE-470B-8D8A-B7A1F3E1BF85}" dt="2026-05-27T10:17:27.347" v="2179" actId="1076"/>
          <ac:picMkLst>
            <pc:docMk/>
            <pc:sldMk cId="3881666455" sldId="271"/>
            <ac:picMk id="5" creationId="{C30ED12C-B7C0-2315-8701-A5BD2C398213}"/>
          </ac:picMkLst>
        </pc:picChg>
      </pc:sldChg>
      <pc:sldChg chg="addSp delSp modSp new del mod">
        <pc:chgData name="Alessandro Di Piazza" userId="242384fd-1746-4b70-8d90-c83f4330e5ed" providerId="ADAL" clId="{FFF1DA74-BEAE-470B-8D8A-B7A1F3E1BF85}" dt="2026-05-25T08:52:36.370" v="1197" actId="47"/>
        <pc:sldMkLst>
          <pc:docMk/>
          <pc:sldMk cId="671320916" sldId="272"/>
        </pc:sldMkLst>
      </pc:sldChg>
      <pc:sldChg chg="modSp new mod ord">
        <pc:chgData name="Alessandro Di Piazza" userId="242384fd-1746-4b70-8d90-c83f4330e5ed" providerId="ADAL" clId="{FFF1DA74-BEAE-470B-8D8A-B7A1F3E1BF85}" dt="2026-05-27T12:22:23.314" v="2386"/>
        <pc:sldMkLst>
          <pc:docMk/>
          <pc:sldMk cId="1439149947" sldId="272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439149947" sldId="272"/>
            <ac:spMk id="2" creationId="{975D6422-DBA1-205F-A7F7-BFE72A7647E5}"/>
          </ac:spMkLst>
        </pc:spChg>
        <pc:spChg chg="mod">
          <ac:chgData name="Alessandro Di Piazza" userId="242384fd-1746-4b70-8d90-c83f4330e5ed" providerId="ADAL" clId="{FFF1DA74-BEAE-470B-8D8A-B7A1F3E1BF85}" dt="2026-05-27T11:28:24.372" v="2376" actId="20577"/>
          <ac:spMkLst>
            <pc:docMk/>
            <pc:sldMk cId="1439149947" sldId="272"/>
            <ac:spMk id="3" creationId="{9695E509-328B-770F-2FE7-20D775AAA931}"/>
          </ac:spMkLst>
        </pc:spChg>
      </pc:sldChg>
      <pc:sldChg chg="modSp new mod ord">
        <pc:chgData name="Alessandro Di Piazza" userId="242384fd-1746-4b70-8d90-c83f4330e5ed" providerId="ADAL" clId="{FFF1DA74-BEAE-470B-8D8A-B7A1F3E1BF85}" dt="2026-05-27T12:22:53.997" v="2396" actId="20577"/>
        <pc:sldMkLst>
          <pc:docMk/>
          <pc:sldMk cId="1136373570" sldId="273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136373570" sldId="273"/>
            <ac:spMk id="2" creationId="{4EFB6B44-1D6E-DBE8-9B01-B1983DEE03F1}"/>
          </ac:spMkLst>
        </pc:spChg>
        <pc:spChg chg="mod">
          <ac:chgData name="Alessandro Di Piazza" userId="242384fd-1746-4b70-8d90-c83f4330e5ed" providerId="ADAL" clId="{FFF1DA74-BEAE-470B-8D8A-B7A1F3E1BF85}" dt="2026-05-27T12:22:53.997" v="2396" actId="20577"/>
          <ac:spMkLst>
            <pc:docMk/>
            <pc:sldMk cId="1136373570" sldId="273"/>
            <ac:spMk id="3" creationId="{BDFD911A-8902-F101-1D9B-BE1E7163C952}"/>
          </ac:spMkLst>
        </pc:spChg>
      </pc:sldChg>
      <pc:sldChg chg="modSp new del mod ord">
        <pc:chgData name="Alessandro Di Piazza" userId="242384fd-1746-4b70-8d90-c83f4330e5ed" providerId="ADAL" clId="{FFF1DA74-BEAE-470B-8D8A-B7A1F3E1BF85}" dt="2026-05-25T08:51:02.642" v="1166" actId="2696"/>
        <pc:sldMkLst>
          <pc:docMk/>
          <pc:sldMk cId="1762079307" sldId="273"/>
        </pc:sldMkLst>
      </pc:sldChg>
      <pc:sldChg chg="addSp delSp modSp new mod ord">
        <pc:chgData name="Alessandro Di Piazza" userId="242384fd-1746-4b70-8d90-c83f4330e5ed" providerId="ADAL" clId="{FFF1DA74-BEAE-470B-8D8A-B7A1F3E1BF85}" dt="2026-05-27T12:22:23.314" v="2386"/>
        <pc:sldMkLst>
          <pc:docMk/>
          <pc:sldMk cId="1881461928" sldId="274"/>
        </pc:sldMkLst>
        <pc:spChg chg="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881461928" sldId="274"/>
            <ac:spMk id="2" creationId="{62A08C19-965C-7BE8-01B1-67715B68B14A}"/>
          </ac:spMkLst>
        </pc:spChg>
        <pc:spChg chg="add 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881461928" sldId="274"/>
            <ac:spMk id="4" creationId="{193BEDE8-1686-6426-69A3-2E8E888D2540}"/>
          </ac:spMkLst>
        </pc:spChg>
        <pc:spChg chg="add 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881461928" sldId="274"/>
            <ac:spMk id="8" creationId="{E2C5EE82-2BE7-B683-86DF-DA0DC71C031B}"/>
          </ac:spMkLst>
        </pc:spChg>
        <pc:spChg chg="add 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881461928" sldId="274"/>
            <ac:spMk id="11" creationId="{8B7FB5C8-EADA-C81E-4123-6DE247BE79BA}"/>
          </ac:spMkLst>
        </pc:spChg>
        <pc:spChg chg="add mod">
          <ac:chgData name="Alessandro Di Piazza" userId="242384fd-1746-4b70-8d90-c83f4330e5ed" providerId="ADAL" clId="{FFF1DA74-BEAE-470B-8D8A-B7A1F3E1BF85}" dt="2026-05-27T10:45:12.779" v="2328" actId="790"/>
          <ac:spMkLst>
            <pc:docMk/>
            <pc:sldMk cId="1881461928" sldId="274"/>
            <ac:spMk id="13" creationId="{ED8FFAFB-10AB-E6A2-D8D0-FC26B308FBD2}"/>
          </ac:spMkLst>
        </pc:spChg>
        <pc:picChg chg="add mod">
          <ac:chgData name="Alessandro Di Piazza" userId="242384fd-1746-4b70-8d90-c83f4330e5ed" providerId="ADAL" clId="{FFF1DA74-BEAE-470B-8D8A-B7A1F3E1BF85}" dt="2026-05-27T10:44:51.214" v="2326" actId="1076"/>
          <ac:picMkLst>
            <pc:docMk/>
            <pc:sldMk cId="1881461928" sldId="274"/>
            <ac:picMk id="15" creationId="{6A9FF9DB-E47B-75AD-061D-083E044F4C5E}"/>
          </ac:picMkLst>
        </pc:picChg>
      </pc:sldChg>
      <pc:sldChg chg="addSp delSp modSp new mod">
        <pc:chgData name="Alessandro Di Piazza" userId="242384fd-1746-4b70-8d90-c83f4330e5ed" providerId="ADAL" clId="{FFF1DA74-BEAE-470B-8D8A-B7A1F3E1BF85}" dt="2026-05-27T12:50:09.333" v="2445" actId="1076"/>
        <pc:sldMkLst>
          <pc:docMk/>
          <pc:sldMk cId="3664682121" sldId="275"/>
        </pc:sldMkLst>
        <pc:spChg chg="mod">
          <ac:chgData name="Alessandro Di Piazza" userId="242384fd-1746-4b70-8d90-c83f4330e5ed" providerId="ADAL" clId="{FFF1DA74-BEAE-470B-8D8A-B7A1F3E1BF85}" dt="2026-05-27T12:48:58.447" v="2423" actId="113"/>
          <ac:spMkLst>
            <pc:docMk/>
            <pc:sldMk cId="3664682121" sldId="275"/>
            <ac:spMk id="2" creationId="{D05ACDF2-FA74-5FF8-E0A3-484C44089926}"/>
          </ac:spMkLst>
        </pc:spChg>
        <pc:spChg chg="mod">
          <ac:chgData name="Alessandro Di Piazza" userId="242384fd-1746-4b70-8d90-c83f4330e5ed" providerId="ADAL" clId="{FFF1DA74-BEAE-470B-8D8A-B7A1F3E1BF85}" dt="2026-05-27T12:49:16.923" v="2437" actId="5793"/>
          <ac:spMkLst>
            <pc:docMk/>
            <pc:sldMk cId="3664682121" sldId="275"/>
            <ac:spMk id="3" creationId="{17AE8612-A405-5581-58B7-0F767C660828}"/>
          </ac:spMkLst>
        </pc:spChg>
        <pc:picChg chg="add mod">
          <ac:chgData name="Alessandro Di Piazza" userId="242384fd-1746-4b70-8d90-c83f4330e5ed" providerId="ADAL" clId="{FFF1DA74-BEAE-470B-8D8A-B7A1F3E1BF85}" dt="2026-05-27T12:50:09.333" v="2445" actId="1076"/>
          <ac:picMkLst>
            <pc:docMk/>
            <pc:sldMk cId="3664682121" sldId="275"/>
            <ac:picMk id="2052" creationId="{F689ADB7-1E93-06EA-80C1-53BF37ECF6D1}"/>
          </ac:picMkLst>
        </pc:picChg>
      </pc:sldChg>
      <pc:sldChg chg="modSp add mod">
        <pc:chgData name="Alessandro Di Piazza" userId="242384fd-1746-4b70-8d90-c83f4330e5ed" providerId="ADAL" clId="{FFF1DA74-BEAE-470B-8D8A-B7A1F3E1BF85}" dt="2026-05-27T12:51:15.485" v="2456" actId="1076"/>
        <pc:sldMkLst>
          <pc:docMk/>
          <pc:sldMk cId="3005548171" sldId="276"/>
        </pc:sldMkLst>
        <pc:spChg chg="mod">
          <ac:chgData name="Alessandro Di Piazza" userId="242384fd-1746-4b70-8d90-c83f4330e5ed" providerId="ADAL" clId="{FFF1DA74-BEAE-470B-8D8A-B7A1F3E1BF85}" dt="2026-05-27T12:51:15.485" v="2456" actId="1076"/>
          <ac:spMkLst>
            <pc:docMk/>
            <pc:sldMk cId="3005548171" sldId="276"/>
            <ac:spMk id="3" creationId="{1BE6ABF3-7277-B9F7-DE38-C760E051C70B}"/>
          </ac:spMkLst>
        </pc:spChg>
      </pc:sldChg>
      <pc:sldChg chg="addSp modSp new mod">
        <pc:chgData name="Alessandro Di Piazza" userId="242384fd-1746-4b70-8d90-c83f4330e5ed" providerId="ADAL" clId="{FFF1DA74-BEAE-470B-8D8A-B7A1F3E1BF85}" dt="2026-05-27T12:52:48.968" v="2470" actId="2710"/>
        <pc:sldMkLst>
          <pc:docMk/>
          <pc:sldMk cId="642528440" sldId="277"/>
        </pc:sldMkLst>
        <pc:spChg chg="mod">
          <ac:chgData name="Alessandro Di Piazza" userId="242384fd-1746-4b70-8d90-c83f4330e5ed" providerId="ADAL" clId="{FFF1DA74-BEAE-470B-8D8A-B7A1F3E1BF85}" dt="2026-05-27T12:52:13.718" v="2459"/>
          <ac:spMkLst>
            <pc:docMk/>
            <pc:sldMk cId="642528440" sldId="277"/>
            <ac:spMk id="2" creationId="{FFFED3E2-FACD-1DC4-BDAB-317ECAE6ABDE}"/>
          </ac:spMkLst>
        </pc:spChg>
        <pc:spChg chg="mod">
          <ac:chgData name="Alessandro Di Piazza" userId="242384fd-1746-4b70-8d90-c83f4330e5ed" providerId="ADAL" clId="{FFF1DA74-BEAE-470B-8D8A-B7A1F3E1BF85}" dt="2026-05-27T12:52:44.761" v="2469" actId="255"/>
          <ac:spMkLst>
            <pc:docMk/>
            <pc:sldMk cId="642528440" sldId="277"/>
            <ac:spMk id="3" creationId="{E835E16E-8E7A-D6A2-8F11-42EA5B125A1B}"/>
          </ac:spMkLst>
        </pc:spChg>
        <pc:spChg chg="add mod">
          <ac:chgData name="Alessandro Di Piazza" userId="242384fd-1746-4b70-8d90-c83f4330e5ed" providerId="ADAL" clId="{FFF1DA74-BEAE-470B-8D8A-B7A1F3E1BF85}" dt="2026-05-27T12:52:48.968" v="2470" actId="2710"/>
          <ac:spMkLst>
            <pc:docMk/>
            <pc:sldMk cId="642528440" sldId="277"/>
            <ac:spMk id="5" creationId="{350E9F45-3FF3-8E0B-4821-1C70DA63D422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7T12:57:53.824" v="2475" actId="1076"/>
        <pc:sldMkLst>
          <pc:docMk/>
          <pc:sldMk cId="2708153801" sldId="278"/>
        </pc:sldMkLst>
        <pc:spChg chg="mod">
          <ac:chgData name="Alessandro Di Piazza" userId="242384fd-1746-4b70-8d90-c83f4330e5ed" providerId="ADAL" clId="{FFF1DA74-BEAE-470B-8D8A-B7A1F3E1BF85}" dt="2026-05-27T12:53:09.190" v="2472"/>
          <ac:spMkLst>
            <pc:docMk/>
            <pc:sldMk cId="2708153801" sldId="278"/>
            <ac:spMk id="2" creationId="{39C55D3D-6977-DE17-1CBD-7335022F1ED9}"/>
          </ac:spMkLst>
        </pc:spChg>
        <pc:picChg chg="add mod">
          <ac:chgData name="Alessandro Di Piazza" userId="242384fd-1746-4b70-8d90-c83f4330e5ed" providerId="ADAL" clId="{FFF1DA74-BEAE-470B-8D8A-B7A1F3E1BF85}" dt="2026-05-27T12:57:53.824" v="2475" actId="1076"/>
          <ac:picMkLst>
            <pc:docMk/>
            <pc:sldMk cId="2708153801" sldId="278"/>
            <ac:picMk id="4" creationId="{E85D1B1F-E92D-7266-3106-5ABA8C4F40A0}"/>
          </ac:picMkLst>
        </pc:picChg>
      </pc:sldChg>
      <pc:sldChg chg="addSp delSp modSp new mod">
        <pc:chgData name="Alessandro Di Piazza" userId="242384fd-1746-4b70-8d90-c83f4330e5ed" providerId="ADAL" clId="{FFF1DA74-BEAE-470B-8D8A-B7A1F3E1BF85}" dt="2026-05-27T16:43:33.926" v="2506" actId="1076"/>
        <pc:sldMkLst>
          <pc:docMk/>
          <pc:sldMk cId="1237004907" sldId="279"/>
        </pc:sldMkLst>
        <pc:spChg chg="mod">
          <ac:chgData name="Alessandro Di Piazza" userId="242384fd-1746-4b70-8d90-c83f4330e5ed" providerId="ADAL" clId="{FFF1DA74-BEAE-470B-8D8A-B7A1F3E1BF85}" dt="2026-05-27T12:57:58.581" v="2482" actId="20577"/>
          <ac:spMkLst>
            <pc:docMk/>
            <pc:sldMk cId="1237004907" sldId="279"/>
            <ac:spMk id="2" creationId="{31DB3AD2-6E69-AE17-914D-6C2AA9E62348}"/>
          </ac:spMkLst>
        </pc:spChg>
        <pc:spChg chg="mod">
          <ac:chgData name="Alessandro Di Piazza" userId="242384fd-1746-4b70-8d90-c83f4330e5ed" providerId="ADAL" clId="{FFF1DA74-BEAE-470B-8D8A-B7A1F3E1BF85}" dt="2026-05-27T13:00:48.091" v="2504" actId="20577"/>
          <ac:spMkLst>
            <pc:docMk/>
            <pc:sldMk cId="1237004907" sldId="279"/>
            <ac:spMk id="3" creationId="{C49DC867-5ED3-70E2-1474-E948A29DF620}"/>
          </ac:spMkLst>
        </pc:spChg>
        <pc:picChg chg="add mod">
          <ac:chgData name="Alessandro Di Piazza" userId="242384fd-1746-4b70-8d90-c83f4330e5ed" providerId="ADAL" clId="{FFF1DA74-BEAE-470B-8D8A-B7A1F3E1BF85}" dt="2026-05-27T12:58:28.135" v="2484"/>
          <ac:picMkLst>
            <pc:docMk/>
            <pc:sldMk cId="1237004907" sldId="279"/>
            <ac:picMk id="4" creationId="{61BF8BCE-E974-3538-EEFA-8863FDCDA494}"/>
          </ac:picMkLst>
        </pc:picChg>
        <pc:picChg chg="add mod">
          <ac:chgData name="Alessandro Di Piazza" userId="242384fd-1746-4b70-8d90-c83f4330e5ed" providerId="ADAL" clId="{FFF1DA74-BEAE-470B-8D8A-B7A1F3E1BF85}" dt="2026-05-27T16:43:33.926" v="2506" actId="1076"/>
          <ac:picMkLst>
            <pc:docMk/>
            <pc:sldMk cId="1237004907" sldId="279"/>
            <ac:picMk id="6" creationId="{D3D5CF95-D72A-D29D-65D2-7DFED22061DC}"/>
          </ac:picMkLst>
        </pc:picChg>
      </pc:sldChg>
      <pc:sldChg chg="modSp new mod">
        <pc:chgData name="Alessandro Di Piazza" userId="242384fd-1746-4b70-8d90-c83f4330e5ed" providerId="ADAL" clId="{FFF1DA74-BEAE-470B-8D8A-B7A1F3E1BF85}" dt="2026-06-08T09:00:22.686" v="2540" actId="20577"/>
        <pc:sldMkLst>
          <pc:docMk/>
          <pc:sldMk cId="375987143" sldId="280"/>
        </pc:sldMkLst>
        <pc:spChg chg="mod">
          <ac:chgData name="Alessandro Di Piazza" userId="242384fd-1746-4b70-8d90-c83f4330e5ed" providerId="ADAL" clId="{FFF1DA74-BEAE-470B-8D8A-B7A1F3E1BF85}" dt="2026-06-08T09:00:17.352" v="2514" actId="20577"/>
          <ac:spMkLst>
            <pc:docMk/>
            <pc:sldMk cId="375987143" sldId="280"/>
            <ac:spMk id="2" creationId="{78692E1C-8B59-EBAF-6759-93E9E3C1A0CC}"/>
          </ac:spMkLst>
        </pc:spChg>
        <pc:spChg chg="mod">
          <ac:chgData name="Alessandro Di Piazza" userId="242384fd-1746-4b70-8d90-c83f4330e5ed" providerId="ADAL" clId="{FFF1DA74-BEAE-470B-8D8A-B7A1F3E1BF85}" dt="2026-06-08T09:00:22.686" v="2540" actId="20577"/>
          <ac:spMkLst>
            <pc:docMk/>
            <pc:sldMk cId="375987143" sldId="280"/>
            <ac:spMk id="3" creationId="{0B52CBA7-1CDB-CD06-5B71-13CF3C3882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649B-FB7B-A554-4882-0F71307F3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33BEB-1065-4235-4D23-D77BE256A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139E-DBC3-C411-D6FA-8AD6171B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7A8CF-A7E7-C76A-B70C-CC913F7E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3E73B-E3A7-FC76-EABD-BC9E2D2B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8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90EA-4947-A30D-E311-52222933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0E02-545C-F6D9-D156-41FB4A04D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08094-E153-4854-C0D8-87620470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01987-8BF6-6362-8682-451619BB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6078-8D92-E4D4-85F9-27A5CD0E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1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A3B4-C73A-FE9B-FE77-196872D7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0296F-4694-F59E-9B66-85BE33BA6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480AE-BCD4-BBFE-B488-7EFBB53D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4B822-625D-47B5-33D0-58A0EFE8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E531-E9B8-C965-AA6E-9C2014D0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3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9FA4-A347-9CC2-4D9C-6878EAC9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A9A1-E618-BEC9-8CFA-E4F6C92B1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E9E75-D3BA-4C42-5B64-884EBB6CE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1FDE7-4A70-36C5-BB84-0E92B349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C9882-1F1E-7409-AAA5-7582A507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F6730-215A-9652-05CF-BFF89A43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8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D47B-2760-0E3E-9406-261DCF0F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8BB69-F784-E6B6-FA39-D09A2D94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5F83A-8F9B-B297-F089-042C42523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BB55D-6C7D-3739-CFA6-1FD2386F8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E0EAD-D139-192C-09BE-E2EB5D289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16598-E3C9-78C6-A77C-8BC63065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8E6F1-FF43-CC84-2F1A-20BB3FB8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630B5-EBCC-ABE3-4B2C-DED95B2E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3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3975-2AA1-10CB-ACAC-22A3FABE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4C453-E0CE-19C3-018F-FFA770DE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263D7-C382-E921-6F03-8A076FE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4C809-4B9D-728F-86D5-ABE2D8CC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3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001C14-C535-A95B-3589-7A4958F2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F8DF0-5D8E-BA5B-8E41-466A9ACE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326C4-CE93-815C-F2B1-78151CD5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9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8C71-570E-24BC-90D1-DE215054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F4611-C198-8FF4-3243-5C70B1D4B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731B1-F4A6-857C-1239-ECE7FCB39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D9992-D37E-A656-796E-FAAE2C3E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42EC-819C-92D8-3C9F-38B08849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0625A-1A82-9C52-D4BC-CE22A253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65CA-DA3F-F0D8-2E85-8C18A676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F9E0D-C8E4-7397-1396-AF33BA7A7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5A831-CF04-B6E0-311E-0D2171F8E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3117C-3AE7-FE27-8192-9B41D2D7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A8B9F-1884-67B8-2A87-3B0E8D7F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570DD-6488-A66C-7515-BCFEC5DC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8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BFA7-B3C6-B0B5-3F0D-F8CDD78E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ED0AE-3C77-1AED-115F-C50B6D955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75AA6-C1EE-0558-A55E-3BF03E5A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F2EFB-6321-C7EB-CB6C-BB655B5F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76CFF-0D18-FD12-C6DF-1944DE48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7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5732AB-2C3B-94E2-BEC2-DEE846096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F6FDD-CE31-88B4-7976-76C69F43D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6E839-ECE5-E8EB-E41A-33A134D7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9E44D-FEBB-33EB-4321-C5F6A696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D5C07-01A2-951E-9ADC-83D3C9AA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9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A9710-D7DA-FB24-42B5-E046E17A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86FAB-1A7B-DB26-2773-C63D20A2A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4B90-A93E-415F-FC1E-8267B24F3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5B9A4-39DC-4E39-840A-704E3970A69D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57365-83EF-9A24-07D4-1EE5BD35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27A51-9C8C-0B11-05A1-78030A0C3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ocker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istudio.google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pialx/Corso-Python" TargetMode="External"/><Relationship Id="rId2" Type="http://schemas.openxmlformats.org/officeDocument/2006/relationships/hyperlink" Target="https://www.linkedin.com/in/alessandrodipiazza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584C-96BD-124F-ABCA-AB9CF6F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noProof="0" dirty="0"/>
              <a:t>Corso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327D-758D-40CC-C224-A718EBB6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noProof="0" dirty="0"/>
              <a:t>22 Maggio</a:t>
            </a:r>
          </a:p>
          <a:p>
            <a:r>
              <a:rPr lang="it-IT" noProof="0" dirty="0"/>
              <a:t>28-29 Maggio</a:t>
            </a:r>
          </a:p>
          <a:p>
            <a:r>
              <a:rPr lang="it-IT" noProof="0" dirty="0"/>
              <a:t>3-4-5-8 Giugno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7D3EFB6-5019-A5A0-925E-B94D9D24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64" y="1122363"/>
            <a:ext cx="1353671" cy="13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9063-7B56-855F-2725-90E70E5C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3FAB7-B93B-F06C-82CB-E54C7BED8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noProof="0" dirty="0"/>
              <a:t>Docker permette di creare container isolati.</a:t>
            </a:r>
          </a:p>
          <a:p>
            <a:pPr marL="0" indent="0">
              <a:buNone/>
            </a:pPr>
            <a:r>
              <a:rPr lang="it-IT" noProof="0" dirty="0"/>
              <a:t>Un container contiene:</a:t>
            </a:r>
          </a:p>
          <a:p>
            <a:r>
              <a:rPr lang="it-IT" noProof="0" dirty="0"/>
              <a:t>codice </a:t>
            </a:r>
          </a:p>
          <a:p>
            <a:r>
              <a:rPr lang="it-IT" noProof="0" dirty="0"/>
              <a:t>dipendenze </a:t>
            </a:r>
          </a:p>
          <a:p>
            <a:r>
              <a:rPr lang="it-IT" noProof="0" dirty="0"/>
              <a:t>librerie </a:t>
            </a:r>
          </a:p>
          <a:p>
            <a:r>
              <a:rPr lang="it-IT" noProof="0" dirty="0"/>
              <a:t>configurazioni 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Vantaggi:</a:t>
            </a:r>
          </a:p>
          <a:p>
            <a:r>
              <a:rPr lang="it-IT" noProof="0" dirty="0"/>
              <a:t>portabilità </a:t>
            </a:r>
          </a:p>
          <a:p>
            <a:r>
              <a:rPr lang="it-IT" noProof="0" dirty="0"/>
              <a:t>semplicità </a:t>
            </a:r>
          </a:p>
          <a:p>
            <a:r>
              <a:rPr lang="it-IT" noProof="0" dirty="0"/>
              <a:t>deployment rapido</a:t>
            </a:r>
          </a:p>
          <a:p>
            <a:endParaRPr lang="it-IT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204D9-CD87-D25E-75D5-83757164C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943" y="681037"/>
            <a:ext cx="1664257" cy="151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1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0BBA-764B-A9D6-47C7-D81EB1F7F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Virtual Machine vs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786D4-462C-7E71-DB26-8B0D1A33A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b="1" noProof="0" dirty="0"/>
              <a:t>Virtual Machine</a:t>
            </a:r>
          </a:p>
          <a:p>
            <a:r>
              <a:rPr lang="it-IT" noProof="0" dirty="0"/>
              <a:t>sistema operativo completo </a:t>
            </a:r>
          </a:p>
          <a:p>
            <a:r>
              <a:rPr lang="it-IT" noProof="0" dirty="0"/>
              <a:t>più pesante </a:t>
            </a:r>
          </a:p>
          <a:p>
            <a:pPr marL="0" indent="0">
              <a:buNone/>
            </a:pPr>
            <a:endParaRPr lang="it-IT" b="1" noProof="0" dirty="0"/>
          </a:p>
          <a:p>
            <a:pPr marL="0" indent="0">
              <a:buNone/>
            </a:pPr>
            <a:r>
              <a:rPr lang="it-IT" b="1" noProof="0" dirty="0"/>
              <a:t>Container</a:t>
            </a:r>
          </a:p>
          <a:p>
            <a:r>
              <a:rPr lang="it-IT" noProof="0" dirty="0"/>
              <a:t>condividono il kernel </a:t>
            </a:r>
          </a:p>
          <a:p>
            <a:r>
              <a:rPr lang="it-IT" noProof="0" dirty="0"/>
              <a:t>più leggeri </a:t>
            </a:r>
          </a:p>
          <a:p>
            <a:r>
              <a:rPr lang="it-IT" noProof="0" dirty="0"/>
              <a:t>avvio rapido</a:t>
            </a:r>
          </a:p>
          <a:p>
            <a:r>
              <a:rPr lang="it-IT" noProof="0" dirty="0"/>
              <a:t>possibilità di volumi persistenti</a:t>
            </a:r>
          </a:p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773264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B919-9B60-815C-A74F-5B638AD6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Installiamo docker desktop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FE55C-C56F-8CFB-8786-29A1795FF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noProof="0" dirty="0">
                <a:hlinkClick r:id="rId2"/>
              </a:rPr>
              <a:t>https://www.docker.com/</a:t>
            </a:r>
            <a:endParaRPr lang="it-IT" noProof="0" dirty="0"/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Verifichiamo che è partito :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docker ps</a:t>
            </a:r>
          </a:p>
          <a:p>
            <a:pPr marL="0" indent="0">
              <a:buNone/>
            </a:pPr>
            <a:endParaRPr lang="it-IT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4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2C1B9-D0B4-463A-003D-B54793D9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Dockerfile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AB044-08C5-7DD1-AF87-D7739498E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FROM python:3.12</a:t>
            </a: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WORKDIR /app</a:t>
            </a: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COPY . .</a:t>
            </a: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RUN pip install -r requirements.txt</a:t>
            </a: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CMD ["python", "app.py"]</a:t>
            </a:r>
          </a:p>
        </p:txBody>
      </p:sp>
    </p:spTree>
    <p:extLst>
      <p:ext uri="{BB962C8B-B14F-4D97-AF65-F5344CB8AC3E}">
        <p14:creationId xmlns:p14="http://schemas.microsoft.com/office/powerpoint/2010/main" val="2730103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6422-DBA1-205F-A7F7-BFE72A764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docker-compose.yml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5E509-328B-770F-2FE7-20D775AAA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it-IT" noProof="0" dirty="0">
                <a:latin typeface="Consolas" panose="020B0609020204030204" pitchFamily="49" charset="0"/>
              </a:rPr>
              <a:t>services:</a:t>
            </a:r>
            <a:br>
              <a:rPr lang="it-IT" noProof="0" dirty="0">
                <a:latin typeface="Consolas" panose="020B0609020204030204" pitchFamily="49" charset="0"/>
              </a:rPr>
            </a:br>
            <a:r>
              <a:rPr lang="it-IT" noProof="0" dirty="0">
                <a:latin typeface="Consolas" panose="020B0609020204030204" pitchFamily="49" charset="0"/>
              </a:rPr>
              <a:t>  app:</a:t>
            </a:r>
            <a:br>
              <a:rPr lang="it-IT" noProof="0" dirty="0">
                <a:latin typeface="Consolas" panose="020B0609020204030204" pitchFamily="49" charset="0"/>
              </a:rPr>
            </a:br>
            <a:r>
              <a:rPr lang="it-IT" noProof="0" dirty="0">
                <a:latin typeface="Consolas" panose="020B0609020204030204" pitchFamily="49" charset="0"/>
              </a:rPr>
              <a:t>    build: .</a:t>
            </a:r>
            <a:br>
              <a:rPr lang="it-IT" noProof="0" dirty="0">
                <a:latin typeface="Consolas" panose="020B0609020204030204" pitchFamily="49" charset="0"/>
              </a:rPr>
            </a:br>
            <a:r>
              <a:rPr lang="it-IT" noProof="0" dirty="0">
                <a:latin typeface="Consolas" panose="020B0609020204030204" pitchFamily="49" charset="0"/>
              </a:rPr>
              <a:t>    ports:</a:t>
            </a:r>
            <a:br>
              <a:rPr lang="it-IT" noProof="0" dirty="0">
                <a:latin typeface="Consolas" panose="020B0609020204030204" pitchFamily="49" charset="0"/>
              </a:rPr>
            </a:br>
            <a:r>
              <a:rPr lang="it-IT" noProof="0" dirty="0">
                <a:latin typeface="Consolas" panose="020B0609020204030204" pitchFamily="49" charset="0"/>
              </a:rPr>
              <a:t>      - "8000:8000</a:t>
            </a:r>
            <a:r>
              <a:rPr lang="it-IT" dirty="0">
                <a:latin typeface="Consolas" panose="020B0609020204030204" pitchFamily="49" charset="0"/>
              </a:rPr>
              <a:t>"</a:t>
            </a:r>
            <a:endParaRPr lang="it-IT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  </a:t>
            </a:r>
            <a:r>
              <a:rPr lang="en-US" dirty="0" err="1">
                <a:latin typeface="Consolas" panose="020B0609020204030204" pitchFamily="49" charset="0"/>
              </a:rPr>
              <a:t>redis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    image: </a:t>
            </a:r>
            <a:r>
              <a:rPr lang="en-US" dirty="0" err="1">
                <a:latin typeface="Consolas" panose="020B0609020204030204" pitchFamily="49" charset="0"/>
              </a:rPr>
              <a:t>redis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redis-stack:latest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    </a:t>
            </a:r>
            <a:r>
              <a:rPr lang="en-US" dirty="0" err="1">
                <a:latin typeface="Consolas" panose="020B0609020204030204" pitchFamily="49" charset="0"/>
              </a:rPr>
              <a:t>container_name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</a:rPr>
              <a:t>redis</a:t>
            </a:r>
            <a:r>
              <a:rPr lang="en-US" dirty="0">
                <a:latin typeface="Consolas" panose="020B0609020204030204" pitchFamily="49" charset="0"/>
              </a:rPr>
              <a:t>-stack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    ports: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      - "6379:6379"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      - "8001:8001"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    volumes: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      - </a:t>
            </a:r>
            <a:r>
              <a:rPr lang="en-US" dirty="0" err="1">
                <a:latin typeface="Consolas" panose="020B0609020204030204" pitchFamily="49" charset="0"/>
              </a:rPr>
              <a:t>redis_data</a:t>
            </a:r>
            <a:r>
              <a:rPr lang="en-US" dirty="0">
                <a:latin typeface="Consolas" panose="020B0609020204030204" pitchFamily="49" charset="0"/>
              </a:rPr>
              <a:t>:/data</a:t>
            </a:r>
            <a:br>
              <a:rPr lang="en-US" dirty="0"/>
            </a:b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it-IT" noProof="0" dirty="0">
                <a:latin typeface="Consolas" panose="020B0609020204030204" pitchFamily="49" charset="0"/>
              </a:rPr>
              <a:t>volumes:</a:t>
            </a:r>
            <a:br>
              <a:rPr lang="it-IT" noProof="0" dirty="0">
                <a:latin typeface="Consolas" panose="020B0609020204030204" pitchFamily="49" charset="0"/>
              </a:rPr>
            </a:br>
            <a:r>
              <a:rPr lang="it-IT" noProof="0" dirty="0">
                <a:latin typeface="Consolas" panose="020B0609020204030204" pitchFamily="49" charset="0"/>
              </a:rPr>
              <a:t>  redis_data:</a:t>
            </a:r>
          </a:p>
        </p:txBody>
      </p:sp>
    </p:spTree>
    <p:extLst>
      <p:ext uri="{BB962C8B-B14F-4D97-AF65-F5344CB8AC3E}">
        <p14:creationId xmlns:p14="http://schemas.microsoft.com/office/powerpoint/2010/main" val="143914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92E1C-8B59-EBAF-6759-93E9E3C1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CBA7-1CDB-CD06-5B71-13CF3C388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Riprendiamo</a:t>
            </a:r>
            <a:r>
              <a:rPr lang="en-US" dirty="0"/>
              <a:t> alle 11.15</a:t>
            </a:r>
          </a:p>
        </p:txBody>
      </p:sp>
    </p:spTree>
    <p:extLst>
      <p:ext uri="{BB962C8B-B14F-4D97-AF65-F5344CB8AC3E}">
        <p14:creationId xmlns:p14="http://schemas.microsoft.com/office/powerpoint/2010/main" val="375987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0790-F501-8C11-90B7-9A05D08E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Comandi docker oppure Portainer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9979B-DFC6-18A6-848E-BC239B868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b="1" noProof="0" dirty="0"/>
              <a:t>Build immagine</a:t>
            </a: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docker build -t myapp .</a:t>
            </a:r>
          </a:p>
          <a:p>
            <a:pPr marL="0" indent="0">
              <a:buNone/>
            </a:pPr>
            <a:endParaRPr lang="it-IT" b="1" noProof="0" dirty="0"/>
          </a:p>
          <a:p>
            <a:pPr marL="0" indent="0">
              <a:buNone/>
            </a:pPr>
            <a:r>
              <a:rPr lang="it-IT" b="1" noProof="0" dirty="0"/>
              <a:t>Avvio container</a:t>
            </a: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docker run myapp</a:t>
            </a:r>
          </a:p>
          <a:p>
            <a:pPr marL="0" indent="0">
              <a:buNone/>
            </a:pPr>
            <a:endParaRPr lang="it-IT" b="1" noProof="0" dirty="0"/>
          </a:p>
          <a:p>
            <a:pPr marL="0" indent="0">
              <a:buNone/>
            </a:pPr>
            <a:r>
              <a:rPr lang="it-IT" b="1" noProof="0" dirty="0"/>
              <a:t>Lista container</a:t>
            </a: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docker ps</a:t>
            </a:r>
          </a:p>
          <a:p>
            <a:pPr marL="0" indent="0">
              <a:buNone/>
            </a:pPr>
            <a:endParaRPr lang="it-IT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b="1" noProof="0" dirty="0"/>
              <a:t>Avvio docker compose</a:t>
            </a:r>
            <a:endParaRPr lang="it-IT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docker-compose up</a:t>
            </a:r>
          </a:p>
          <a:p>
            <a:endParaRPr lang="it-IT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ED12C-B7C0-2315-8701-A5BD2C398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746" y="823090"/>
            <a:ext cx="1486107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66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08C19-965C-7BE8-01B1-67715B68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Redis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3BEDE8-1686-6426-69A3-2E8E888D25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60965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 è un database NoSQL in-memory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dati vengono salvati principalmente nella RAM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Estremamente veloce rispetto ai database tradizionali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source e molto utilizzato nelle architetture moderne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Supporta persistenza su disco opzionale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5EE82-2BE7-B683-86DF-DA0DC71C031B}"/>
              </a:ext>
            </a:extLst>
          </p:cNvPr>
          <p:cNvSpPr txBox="1"/>
          <p:nvPr/>
        </p:nvSpPr>
        <p:spPr>
          <a:xfrm>
            <a:off x="941294" y="44935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noProof="0" dirty="0"/>
              <a:t>Key-Value Store</a:t>
            </a:r>
          </a:p>
          <a:p>
            <a:r>
              <a:rPr lang="it-IT" noProof="0" dirty="0"/>
              <a:t>Alte prestazioni</a:t>
            </a:r>
          </a:p>
          <a:p>
            <a:r>
              <a:rPr lang="it-IT" noProof="0" dirty="0"/>
              <a:t>Bassa latenza</a:t>
            </a:r>
          </a:p>
          <a:p>
            <a:r>
              <a:rPr lang="it-IT" noProof="0" dirty="0"/>
              <a:t>Supporto a strutture dati avanzate</a:t>
            </a:r>
          </a:p>
          <a:p>
            <a:r>
              <a:rPr lang="it-IT" noProof="0" dirty="0"/>
              <a:t>Facile integrazione con Python e Docker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7FB5C8-EADA-C81E-4123-6DE247BE79BA}"/>
              </a:ext>
            </a:extLst>
          </p:cNvPr>
          <p:cNvSpPr txBox="1"/>
          <p:nvPr/>
        </p:nvSpPr>
        <p:spPr>
          <a:xfrm>
            <a:off x="7467330" y="1658659"/>
            <a:ext cx="36937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noProof="0" dirty="0"/>
              <a:t>Strutture dati supportate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String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Hash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Sorted 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Stream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8FFAFB-10AB-E6A2-D8D0-FC26B308FBD2}"/>
              </a:ext>
            </a:extLst>
          </p:cNvPr>
          <p:cNvSpPr txBox="1"/>
          <p:nvPr/>
        </p:nvSpPr>
        <p:spPr>
          <a:xfrm>
            <a:off x="7467330" y="3897449"/>
            <a:ext cx="3783376" cy="2333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noProof="0" dirty="0"/>
              <a:t>Utilizzi comuni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Cache applicative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Session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Queue e messaging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Pub/Sub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Sistemi real-time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Memoria per chatbot e agenti AI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noProof="0" dirty="0"/>
              <a:t>Vector store per RAG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9FF9DB-E47B-75AD-061D-083E044F4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953" y="498617"/>
            <a:ext cx="3083859" cy="105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6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6B44-1D6E-DBE8-9B01-B1983DEE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Redis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911A-8902-F101-1D9B-BE1E7163C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noProof="0" dirty="0"/>
              <a:t>docker exec -it redis-stack redis-cli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SET nome "Alessandro"</a:t>
            </a:r>
            <a:br>
              <a:rPr lang="it-IT" noProof="0" dirty="0"/>
            </a:br>
            <a:r>
              <a:rPr lang="it-IT" noProof="0" dirty="0"/>
              <a:t>GET nome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pip install redis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-&gt; redis_test.py</a:t>
            </a:r>
            <a:endParaRPr lang="it-IT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373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321A-3DBB-2CEA-D316-61BA3B8C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Large Language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BDDAD-F2BA-5EC9-FC79-760DE859A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noProof="0" dirty="0"/>
              <a:t>Un LLM è un modello AI addestrato su enormi quantità di testo.</a:t>
            </a:r>
          </a:p>
          <a:p>
            <a:pPr marL="0" indent="0">
              <a:buNone/>
            </a:pPr>
            <a:r>
              <a:rPr lang="it-IT" noProof="0" dirty="0"/>
              <a:t>Può:</a:t>
            </a:r>
          </a:p>
          <a:p>
            <a:r>
              <a:rPr lang="it-IT" noProof="0" dirty="0"/>
              <a:t>rispondere a domande </a:t>
            </a:r>
          </a:p>
          <a:p>
            <a:r>
              <a:rPr lang="it-IT" noProof="0" dirty="0"/>
              <a:t>generare codice </a:t>
            </a:r>
          </a:p>
          <a:p>
            <a:r>
              <a:rPr lang="it-IT" noProof="0" dirty="0"/>
              <a:t>tradurre testi </a:t>
            </a:r>
          </a:p>
          <a:p>
            <a:r>
              <a:rPr lang="it-IT" noProof="0" dirty="0"/>
              <a:t>riassumere documenti </a:t>
            </a:r>
          </a:p>
          <a:p>
            <a:r>
              <a:rPr lang="it-IT" noProof="0" dirty="0"/>
              <a:t>creare contenuti 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Esempi:</a:t>
            </a:r>
          </a:p>
          <a:p>
            <a:r>
              <a:rPr lang="it-IT" noProof="0" dirty="0"/>
              <a:t>ChatGPT </a:t>
            </a:r>
          </a:p>
          <a:p>
            <a:r>
              <a:rPr lang="it-IT" noProof="0" dirty="0"/>
              <a:t>Claude </a:t>
            </a:r>
          </a:p>
          <a:p>
            <a:r>
              <a:rPr lang="it-IT" noProof="0" dirty="0"/>
              <a:t>Gemini </a:t>
            </a:r>
          </a:p>
          <a:p>
            <a:r>
              <a:rPr lang="it-IT" noProof="0" dirty="0"/>
              <a:t>Llama </a:t>
            </a:r>
          </a:p>
          <a:p>
            <a:r>
              <a:rPr lang="it-IT" noProof="0" dirty="0"/>
              <a:t>Mistral</a:t>
            </a:r>
          </a:p>
        </p:txBody>
      </p:sp>
    </p:spTree>
    <p:extLst>
      <p:ext uri="{BB962C8B-B14F-4D97-AF65-F5344CB8AC3E}">
        <p14:creationId xmlns:p14="http://schemas.microsoft.com/office/powerpoint/2010/main" val="3630284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784E-99D4-BC68-3839-78160664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Come funziona un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183A8-9750-5E15-58C0-69506424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4" y="176287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b="1" noProof="0" dirty="0"/>
              <a:t>Processo semplificato</a:t>
            </a:r>
          </a:p>
          <a:p>
            <a:r>
              <a:rPr lang="it-IT" noProof="0" dirty="0"/>
              <a:t>Input dell’utente </a:t>
            </a:r>
          </a:p>
          <a:p>
            <a:r>
              <a:rPr lang="it-IT" noProof="0" dirty="0"/>
              <a:t>Tokenizzazione </a:t>
            </a:r>
          </a:p>
          <a:p>
            <a:r>
              <a:rPr lang="it-IT" noProof="0" dirty="0"/>
              <a:t>Analisi del contesto </a:t>
            </a:r>
          </a:p>
          <a:p>
            <a:r>
              <a:rPr lang="it-IT" noProof="0" dirty="0"/>
              <a:t>Predizione del token successivo </a:t>
            </a:r>
          </a:p>
          <a:p>
            <a:r>
              <a:rPr lang="it-IT" noProof="0" dirty="0"/>
              <a:t>Generazione risposta 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Gli LLM non “pensano”:</a:t>
            </a:r>
            <a:br>
              <a:rPr lang="it-IT" noProof="0" dirty="0"/>
            </a:br>
            <a:r>
              <a:rPr lang="it-IT" noProof="0" dirty="0"/>
              <a:t>predicono il testo più probabile.</a:t>
            </a:r>
          </a:p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671856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8BC5-F348-3B6B-2791-4D799E3D6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C7ED8-D716-F038-5D2A-4A43AC5DB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b="1" noProof="0" dirty="0"/>
              <a:t>Cos’è un token</a:t>
            </a:r>
          </a:p>
          <a:p>
            <a:r>
              <a:rPr lang="it-IT" noProof="0" dirty="0"/>
              <a:t>Un token è una piccola parte di testo.</a:t>
            </a:r>
          </a:p>
          <a:p>
            <a:r>
              <a:rPr lang="it-IT" noProof="0" dirty="0"/>
              <a:t>Esempi:</a:t>
            </a:r>
          </a:p>
          <a:p>
            <a:r>
              <a:rPr lang="it-IT" noProof="0" dirty="0"/>
              <a:t>parola </a:t>
            </a:r>
          </a:p>
          <a:p>
            <a:r>
              <a:rPr lang="it-IT" noProof="0" dirty="0"/>
              <a:t>sillaba </a:t>
            </a:r>
          </a:p>
          <a:p>
            <a:r>
              <a:rPr lang="it-IT" noProof="0" dirty="0"/>
              <a:t>punteggiatura 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Frase:</a:t>
            </a:r>
          </a:p>
          <a:p>
            <a:pPr marL="0" indent="0">
              <a:buNone/>
            </a:pPr>
            <a:r>
              <a:rPr lang="it-IT" noProof="0" dirty="0"/>
              <a:t>	Python is awesome</a:t>
            </a:r>
          </a:p>
          <a:p>
            <a:pPr marL="0" indent="0">
              <a:buNone/>
            </a:pPr>
            <a:r>
              <a:rPr lang="it-IT" noProof="0" dirty="0"/>
              <a:t>Possibili token:</a:t>
            </a:r>
          </a:p>
          <a:p>
            <a:pPr marL="0" indent="0">
              <a:buNone/>
            </a:pPr>
            <a:r>
              <a:rPr lang="it-IT" noProof="0" dirty="0"/>
              <a:t>	["Python", "is", "awesome"]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Gli LLM lavorano sui token, non sulle parole complete.</a:t>
            </a:r>
          </a:p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830842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D46B-7E30-B732-0B5F-6E680987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1AD2-43A0-150D-1ECF-68520D70D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it-IT" noProof="0" dirty="0"/>
              <a:t>Un buon prompt deve essere:</a:t>
            </a:r>
          </a:p>
          <a:p>
            <a:r>
              <a:rPr lang="it-IT" noProof="0" dirty="0"/>
              <a:t>chiaro </a:t>
            </a:r>
          </a:p>
          <a:p>
            <a:r>
              <a:rPr lang="it-IT" noProof="0" dirty="0"/>
              <a:t>specifico </a:t>
            </a:r>
          </a:p>
          <a:p>
            <a:r>
              <a:rPr lang="it-IT" noProof="0" dirty="0"/>
              <a:t>contestualizzato 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Esempio debole:</a:t>
            </a: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Scrivi codice Python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Esempio migliore:</a:t>
            </a:r>
          </a:p>
          <a:p>
            <a:pPr marL="0" indent="0">
              <a:buNone/>
            </a:pPr>
            <a:r>
              <a:rPr lang="it-IT" noProof="0" dirty="0">
                <a:latin typeface="Consolas" panose="020B0609020204030204" pitchFamily="49" charset="0"/>
              </a:rPr>
              <a:t>Scrivi una funzione Python che legga un file CSV usando pandas</a:t>
            </a:r>
          </a:p>
          <a:p>
            <a:pPr marL="0" indent="0">
              <a:buNone/>
            </a:pPr>
            <a:endParaRPr lang="it-IT" b="1" noProof="0" dirty="0"/>
          </a:p>
          <a:p>
            <a:pPr marL="0" indent="0">
              <a:buNone/>
            </a:pPr>
            <a:r>
              <a:rPr lang="it-IT" b="1" noProof="0" dirty="0"/>
              <a:t>Temperature</a:t>
            </a:r>
          </a:p>
          <a:p>
            <a:pPr marL="0" indent="0">
              <a:buNone/>
            </a:pPr>
            <a:r>
              <a:rPr lang="it-IT" noProof="0" dirty="0"/>
              <a:t>Controlla la creatività del modello.</a:t>
            </a:r>
          </a:p>
          <a:p>
            <a:pPr marL="0" indent="0">
              <a:buNone/>
            </a:pPr>
            <a:r>
              <a:rPr lang="it-IT" noProof="0" dirty="0"/>
              <a:t>	0 → risposte precise </a:t>
            </a:r>
          </a:p>
          <a:p>
            <a:pPr marL="0" indent="0">
              <a:buNone/>
            </a:pPr>
            <a:r>
              <a:rPr lang="it-IT" noProof="0" dirty="0"/>
              <a:t>	1 → risposte creative </a:t>
            </a:r>
          </a:p>
          <a:p>
            <a:pPr marL="0" indent="0">
              <a:buNone/>
            </a:pPr>
            <a:r>
              <a:rPr lang="it-IT" b="1" noProof="0" dirty="0"/>
              <a:t>Max Tokens</a:t>
            </a:r>
          </a:p>
          <a:p>
            <a:pPr marL="0" indent="0">
              <a:buNone/>
            </a:pPr>
            <a:r>
              <a:rPr lang="it-IT" noProof="0" dirty="0"/>
              <a:t>Numero massimo di token generati.</a:t>
            </a:r>
          </a:p>
        </p:txBody>
      </p:sp>
    </p:spTree>
    <p:extLst>
      <p:ext uri="{BB962C8B-B14F-4D97-AF65-F5344CB8AC3E}">
        <p14:creationId xmlns:p14="http://schemas.microsoft.com/office/powerpoint/2010/main" val="1762387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6690-8711-B50B-642F-4F8E6A3A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Google AI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61B15-C03E-CCDC-8C51-C50DED6B9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noProof="0" dirty="0">
                <a:hlinkClick r:id="rId2"/>
              </a:rPr>
              <a:t>https://aistudio.google.com</a:t>
            </a:r>
            <a:endParaRPr lang="it-IT" noProof="0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Creiamo file .env</a:t>
            </a:r>
          </a:p>
          <a:p>
            <a:pPr marL="0" indent="0">
              <a:buNone/>
            </a:pPr>
            <a:r>
              <a:rPr lang="en-US" dirty="0"/>
              <a:t>API_KEY=………………..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/>
              <a:t>Per installare i componenti </a:t>
            </a: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#pip install openai</a:t>
            </a:r>
          </a:p>
          <a:p>
            <a:pPr marL="0" indent="0">
              <a:buNone/>
            </a:pPr>
            <a:r>
              <a:rPr lang="it-IT" noProof="0" dirty="0"/>
              <a:t>#pip install google-generativeai</a:t>
            </a:r>
          </a:p>
          <a:p>
            <a:pPr marL="0" indent="0">
              <a:buNone/>
            </a:pPr>
            <a:r>
              <a:rPr lang="it-IT" noProof="0" dirty="0"/>
              <a:t>#pip install python-dotenv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62381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7FC1-603F-247E-E169-C4B84006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base_url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8C49-14E4-1319-670B-183FDA444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noProof="0" dirty="0"/>
              <a:t># OpenAI</a:t>
            </a:r>
            <a:br>
              <a:rPr lang="it-IT" sz="2000" noProof="0" dirty="0"/>
            </a:br>
            <a:r>
              <a:rPr lang="it-IT" sz="2000" noProof="0" dirty="0"/>
              <a:t>base_url="https://api.openai.com/v1"</a:t>
            </a:r>
            <a:br>
              <a:rPr lang="it-IT" sz="2000" noProof="0" dirty="0"/>
            </a:br>
            <a:br>
              <a:rPr lang="it-IT" sz="2000" noProof="0" dirty="0"/>
            </a:br>
            <a:r>
              <a:rPr lang="it-IT" sz="2000" noProof="0" dirty="0"/>
              <a:t># Groq</a:t>
            </a:r>
            <a:br>
              <a:rPr lang="it-IT" sz="2000" noProof="0" dirty="0"/>
            </a:br>
            <a:r>
              <a:rPr lang="it-IT" sz="2000" noProof="0" dirty="0"/>
              <a:t>base_url="https://api.groq.com/openai/v1"</a:t>
            </a:r>
            <a:br>
              <a:rPr lang="it-IT" sz="2000" noProof="0" dirty="0"/>
            </a:br>
            <a:br>
              <a:rPr lang="it-IT" sz="2000" noProof="0" dirty="0"/>
            </a:br>
            <a:r>
              <a:rPr lang="it-IT" sz="2000" noProof="0" dirty="0"/>
              <a:t># Gemini</a:t>
            </a:r>
            <a:br>
              <a:rPr lang="it-IT" sz="2000" noProof="0" dirty="0"/>
            </a:br>
            <a:r>
              <a:rPr lang="it-IT" sz="2000" noProof="0" dirty="0"/>
              <a:t>base_url="https://generativelanguage.googleapis.com/v1beta/openai/"</a:t>
            </a:r>
            <a:br>
              <a:rPr lang="it-IT" sz="2000" noProof="0" dirty="0"/>
            </a:br>
            <a:br>
              <a:rPr lang="it-IT" sz="2000" noProof="0" dirty="0"/>
            </a:br>
            <a:r>
              <a:rPr lang="it-IT" sz="2000" noProof="0" dirty="0"/>
              <a:t># OpenRouter</a:t>
            </a:r>
            <a:br>
              <a:rPr lang="it-IT" sz="2000" noProof="0" dirty="0"/>
            </a:br>
            <a:r>
              <a:rPr lang="it-IT" sz="2000" noProof="0" dirty="0"/>
              <a:t>base_url="https://openrouter.ai/api/v1"</a:t>
            </a:r>
          </a:p>
        </p:txBody>
      </p:sp>
    </p:spTree>
    <p:extLst>
      <p:ext uri="{BB962C8B-B14F-4D97-AF65-F5344CB8AC3E}">
        <p14:creationId xmlns:p14="http://schemas.microsoft.com/office/powerpoint/2010/main" val="819659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EFC1-4D98-4E1E-424D-EC4617223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Limiti degli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A317D-C329-8BC4-940E-A71B869BC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noProof="0" dirty="0"/>
              <a:t>Problemi principali</a:t>
            </a:r>
          </a:p>
          <a:p>
            <a:r>
              <a:rPr lang="it-IT" noProof="0" dirty="0"/>
              <a:t>informazioni obsolete </a:t>
            </a:r>
          </a:p>
          <a:p>
            <a:r>
              <a:rPr lang="it-IT" noProof="0" dirty="0"/>
              <a:t>allucinazioni </a:t>
            </a:r>
          </a:p>
          <a:p>
            <a:r>
              <a:rPr lang="it-IT" noProof="0" dirty="0"/>
              <a:t>nessuna conoscenza privata </a:t>
            </a:r>
          </a:p>
          <a:p>
            <a:r>
              <a:rPr lang="it-IT" noProof="0" dirty="0"/>
              <a:t>contesto limitato 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Soluzione moderna: </a:t>
            </a:r>
            <a:r>
              <a:rPr lang="it-IT" b="1" noProof="0" dirty="0"/>
              <a:t>RAG</a:t>
            </a:r>
          </a:p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979821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57A1-78A2-A110-34AF-D103054D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Retrieval 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4F6FC-886D-0373-5BC0-E8B3F269A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6365" cy="4351338"/>
          </a:xfrm>
        </p:spPr>
        <p:txBody>
          <a:bodyPr/>
          <a:lstStyle/>
          <a:p>
            <a:pPr marL="0" indent="0">
              <a:buNone/>
            </a:pPr>
            <a:r>
              <a:rPr lang="it-IT" noProof="0" dirty="0"/>
              <a:t>Un sistema RAG:</a:t>
            </a:r>
          </a:p>
          <a:p>
            <a:r>
              <a:rPr lang="it-IT" noProof="0" dirty="0"/>
              <a:t>cerca informazioni nei documenti </a:t>
            </a:r>
          </a:p>
          <a:p>
            <a:r>
              <a:rPr lang="it-IT" noProof="0" dirty="0"/>
              <a:t>recupera i contenuti rilevanti </a:t>
            </a:r>
          </a:p>
          <a:p>
            <a:r>
              <a:rPr lang="it-IT" noProof="0" dirty="0"/>
              <a:t>invia il contesto all’LLM </a:t>
            </a:r>
          </a:p>
          <a:p>
            <a:r>
              <a:rPr lang="it-IT" noProof="0" dirty="0"/>
              <a:t>genera una risposta accurata</a:t>
            </a:r>
          </a:p>
          <a:p>
            <a:pPr marL="0" indent="0">
              <a:buNone/>
            </a:pPr>
            <a:endParaRPr lang="it-IT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7F676-DA87-6A95-CD01-56C8D9F91E21}"/>
              </a:ext>
            </a:extLst>
          </p:cNvPr>
          <p:cNvSpPr txBox="1"/>
          <p:nvPr/>
        </p:nvSpPr>
        <p:spPr>
          <a:xfrm>
            <a:off x="7942729" y="1804521"/>
            <a:ext cx="323625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noProof="0" dirty="0"/>
              <a:t>Documenti</a:t>
            </a:r>
            <a:br>
              <a:rPr lang="it-IT" noProof="0" dirty="0"/>
            </a:br>
            <a:r>
              <a:rPr lang="it-IT" noProof="0" dirty="0"/>
              <a:t>↓</a:t>
            </a:r>
            <a:br>
              <a:rPr lang="it-IT" noProof="0" dirty="0"/>
            </a:br>
            <a:r>
              <a:rPr lang="it-IT" noProof="0" dirty="0"/>
              <a:t>Embeddings</a:t>
            </a:r>
            <a:br>
              <a:rPr lang="it-IT" noProof="0" dirty="0"/>
            </a:br>
            <a:r>
              <a:rPr lang="it-IT" noProof="0" dirty="0"/>
              <a:t>↓</a:t>
            </a:r>
            <a:br>
              <a:rPr lang="it-IT" noProof="0" dirty="0"/>
            </a:br>
            <a:r>
              <a:rPr lang="it-IT" noProof="0" dirty="0"/>
              <a:t>Vector Database</a:t>
            </a:r>
            <a:br>
              <a:rPr lang="it-IT" noProof="0" dirty="0"/>
            </a:br>
            <a:r>
              <a:rPr lang="it-IT" noProof="0" dirty="0"/>
              <a:t>↓</a:t>
            </a:r>
            <a:br>
              <a:rPr lang="it-IT" noProof="0" dirty="0"/>
            </a:br>
            <a:r>
              <a:rPr lang="it-IT" noProof="0" dirty="0"/>
              <a:t>Ricerca semantica</a:t>
            </a:r>
            <a:br>
              <a:rPr lang="it-IT" noProof="0" dirty="0"/>
            </a:br>
            <a:r>
              <a:rPr lang="it-IT" noProof="0" dirty="0"/>
              <a:t>↓</a:t>
            </a:r>
            <a:br>
              <a:rPr lang="it-IT" noProof="0" dirty="0"/>
            </a:br>
            <a:r>
              <a:rPr lang="it-IT" noProof="0" dirty="0"/>
              <a:t>LLM</a:t>
            </a:r>
            <a:br>
              <a:rPr lang="it-IT" noProof="0" dirty="0"/>
            </a:br>
            <a:r>
              <a:rPr lang="it-IT" noProof="0" dirty="0"/>
              <a:t>↓</a:t>
            </a:r>
            <a:br>
              <a:rPr lang="it-IT" noProof="0" dirty="0"/>
            </a:br>
            <a:r>
              <a:rPr lang="it-IT" noProof="0" dirty="0"/>
              <a:t>Risposta finale</a:t>
            </a:r>
          </a:p>
        </p:txBody>
      </p:sp>
    </p:spTree>
    <p:extLst>
      <p:ext uri="{BB962C8B-B14F-4D97-AF65-F5344CB8AC3E}">
        <p14:creationId xmlns:p14="http://schemas.microsoft.com/office/powerpoint/2010/main" val="1312045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752E-F4DF-689F-E109-F630FD37D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979EF-76F4-D971-F4C5-6F556B33E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noProof="0" dirty="0"/>
              <a:t>Gli embeddings trasformano il testo in vettori numerici.</a:t>
            </a:r>
          </a:p>
          <a:p>
            <a:r>
              <a:rPr lang="it-IT" noProof="0" dirty="0"/>
              <a:t>Testi simili → vettori vicini.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it-IT" noProof="0" dirty="0"/>
              <a:t>Servono per:</a:t>
            </a:r>
          </a:p>
          <a:p>
            <a:r>
              <a:rPr lang="it-IT" noProof="0" dirty="0"/>
              <a:t>ricerca semantica </a:t>
            </a:r>
          </a:p>
          <a:p>
            <a:r>
              <a:rPr lang="it-IT" noProof="0" dirty="0"/>
              <a:t>recommendation </a:t>
            </a:r>
          </a:p>
          <a:p>
            <a:r>
              <a:rPr lang="it-IT" noProof="0" dirty="0"/>
              <a:t>clustering </a:t>
            </a:r>
          </a:p>
          <a:p>
            <a:r>
              <a:rPr lang="it-IT" noProof="0" dirty="0"/>
              <a:t>RAG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pip install sentence-transformers </a:t>
            </a:r>
            <a:r>
              <a:rPr lang="en-US" dirty="0" err="1">
                <a:latin typeface="Consolas" panose="020B0609020204030204" pitchFamily="49" charset="0"/>
              </a:rPr>
              <a:t>numpy</a:t>
            </a:r>
            <a:endParaRPr lang="it-IT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noProof="0" dirty="0"/>
              <a:t>Lanciamo rag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7BBD0-D57B-6F29-A24E-1B9FDB39A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638" y="2146125"/>
            <a:ext cx="4086795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85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ACDF2-FA74-5FF8-E0A3-484C44089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8612-A405-5581-58B7-0F767C660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it-IT" dirty="0"/>
              <a:t>MCP è un protocollo che permette agli LLM di usare strumenti esterni.</a:t>
            </a:r>
          </a:p>
          <a:p>
            <a:pPr marL="0" indent="0">
              <a:buNone/>
            </a:pPr>
            <a:r>
              <a:rPr lang="it-IT" dirty="0"/>
              <a:t>Un modello AI può:</a:t>
            </a:r>
          </a:p>
          <a:p>
            <a:r>
              <a:rPr lang="it-IT" dirty="0"/>
              <a:t>leggere file </a:t>
            </a:r>
          </a:p>
          <a:p>
            <a:r>
              <a:rPr lang="it-IT" dirty="0"/>
              <a:t>interrogare database </a:t>
            </a:r>
          </a:p>
          <a:p>
            <a:r>
              <a:rPr lang="it-IT" dirty="0"/>
              <a:t>usare API </a:t>
            </a:r>
          </a:p>
          <a:p>
            <a:r>
              <a:rPr lang="it-IT" dirty="0"/>
              <a:t>eseguire funzioni Python </a:t>
            </a:r>
          </a:p>
          <a:p>
            <a:r>
              <a:rPr lang="it-IT" dirty="0"/>
              <a:t>accedere a servizi esterni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dirty="0"/>
              <a:t>Trasformare un LLM da:</a:t>
            </a:r>
          </a:p>
          <a:p>
            <a:pPr marL="0" indent="0">
              <a:buNone/>
            </a:pPr>
            <a:r>
              <a:rPr lang="it-IT" dirty="0"/>
              <a:t>solo chat</a:t>
            </a:r>
          </a:p>
          <a:p>
            <a:pPr marL="0" indent="0">
              <a:buNone/>
            </a:pPr>
            <a:r>
              <a:rPr lang="it-IT" dirty="0"/>
              <a:t>a:</a:t>
            </a:r>
          </a:p>
          <a:p>
            <a:pPr marL="0" indent="0">
              <a:buNone/>
            </a:pPr>
            <a:r>
              <a:rPr lang="it-IT" dirty="0"/>
              <a:t>AI Agent con strumenti reali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2" name="Picture 4" descr="Model Context Protocol (MCP): approfondimenti sui rischi e sui controlli di  sicurezza">
            <a:extLst>
              <a:ext uri="{FF2B5EF4-FFF2-40B4-BE49-F238E27FC236}">
                <a16:creationId xmlns:a16="http://schemas.microsoft.com/office/drawing/2014/main" id="{F689ADB7-1E93-06EA-80C1-53BF37ECF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128" y="2451847"/>
            <a:ext cx="5716016" cy="350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682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9AEDB-CF15-CAB4-AF91-DFD751367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2C15-8ECF-0E7E-9668-FABD03F5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6ABF3-7277-B9F7-DE38-C760E051C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4540624" cy="2665693"/>
          </a:xfrm>
        </p:spPr>
        <p:txBody>
          <a:bodyPr>
            <a:normAutofit/>
          </a:bodyPr>
          <a:lstStyle/>
          <a:p>
            <a:r>
              <a:rPr lang="it-IT" sz="2000" b="1" dirty="0"/>
              <a:t>MCP Client</a:t>
            </a:r>
          </a:p>
          <a:p>
            <a:pPr marL="0" indent="0">
              <a:buNone/>
            </a:pPr>
            <a:r>
              <a:rPr lang="it-IT" sz="2000" dirty="0"/>
              <a:t>Gestisce la comunicazione con il modello.</a:t>
            </a:r>
          </a:p>
          <a:p>
            <a:r>
              <a:rPr lang="it-IT" sz="2000" b="1" dirty="0"/>
              <a:t>MCP Server</a:t>
            </a:r>
          </a:p>
          <a:p>
            <a:pPr marL="0" indent="0">
              <a:buNone/>
            </a:pPr>
            <a:r>
              <a:rPr lang="it-IT" sz="2000" dirty="0"/>
              <a:t>Espone strumenti utilizzabili.</a:t>
            </a:r>
          </a:p>
          <a:p>
            <a:r>
              <a:rPr lang="it-IT" sz="2000" b="1" dirty="0"/>
              <a:t>Tools</a:t>
            </a:r>
          </a:p>
          <a:p>
            <a:pPr marL="0" indent="0">
              <a:buNone/>
            </a:pPr>
            <a:r>
              <a:rPr lang="it-IT" sz="2000" dirty="0"/>
              <a:t>Funzioni richiamabili dall’AI.</a:t>
            </a:r>
          </a:p>
        </p:txBody>
      </p:sp>
      <p:pic>
        <p:nvPicPr>
          <p:cNvPr id="2052" name="Picture 4" descr="Model Context Protocol (MCP): approfondimenti sui rischi e sui controlli di  sicurezza">
            <a:extLst>
              <a:ext uri="{FF2B5EF4-FFF2-40B4-BE49-F238E27FC236}">
                <a16:creationId xmlns:a16="http://schemas.microsoft.com/office/drawing/2014/main" id="{98BF1D37-5020-0E2E-FC1F-A83473DAA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128" y="2451847"/>
            <a:ext cx="5716016" cy="350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548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D3E2-FACD-1DC4-BDAB-317ECAE6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5E16E-8E7A-D6A2-8F11-42EA5B125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88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/>
              <a:t>L’LLM può ora:</a:t>
            </a:r>
          </a:p>
          <a:p>
            <a:r>
              <a:rPr lang="it-IT" sz="1800" dirty="0"/>
              <a:t>vedere i tool disponibili </a:t>
            </a:r>
          </a:p>
          <a:p>
            <a:r>
              <a:rPr lang="it-IT" sz="1800" dirty="0"/>
              <a:t>scegliere quale tool usare </a:t>
            </a:r>
          </a:p>
          <a:p>
            <a:r>
              <a:rPr lang="it-IT" sz="1800" dirty="0"/>
              <a:t>eseguire la funzione </a:t>
            </a:r>
          </a:p>
          <a:p>
            <a:r>
              <a:rPr lang="it-IT" sz="1800" dirty="0"/>
              <a:t>usare il risultato nella risposta</a:t>
            </a:r>
          </a:p>
          <a:p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E9F45-3FF3-8E0B-4821-1C70DA63D422}"/>
              </a:ext>
            </a:extLst>
          </p:cNvPr>
          <p:cNvSpPr txBox="1"/>
          <p:nvPr/>
        </p:nvSpPr>
        <p:spPr>
          <a:xfrm>
            <a:off x="6624918" y="1825625"/>
            <a:ext cx="3953436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Tool </a:t>
            </a:r>
            <a:r>
              <a:rPr lang="en-US" b="1" dirty="0" err="1"/>
              <a:t>possibili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filesystem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database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web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email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calendar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RAG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terminal commands</a:t>
            </a:r>
          </a:p>
        </p:txBody>
      </p:sp>
    </p:spTree>
    <p:extLst>
      <p:ext uri="{BB962C8B-B14F-4D97-AF65-F5344CB8AC3E}">
        <p14:creationId xmlns:p14="http://schemas.microsoft.com/office/powerpoint/2010/main" val="642528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55D3D-6977-DE17-1CBD-7335022F1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Context Protocol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5D1B1F-E92D-7266-3106-5ABA8C4F40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12" y="2143312"/>
            <a:ext cx="6861175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53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3AD2-6E69-AE17-914D-6C2AA9E6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Grazie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DC867-5ED3-70E2-1474-E948A29DF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b="1" dirty="0"/>
              <a:t>Alessandro Di Piazza</a:t>
            </a:r>
          </a:p>
          <a:p>
            <a:pPr marL="0" indent="0">
              <a:buNone/>
            </a:pPr>
            <a:r>
              <a:rPr lang="it-IT" sz="1200" b="1" dirty="0"/>
              <a:t>          </a:t>
            </a:r>
            <a:r>
              <a:rPr lang="it-IT" sz="1200" b="1" dirty="0">
                <a:hlinkClick r:id="rId2"/>
              </a:rPr>
              <a:t>https://www.linkedin.com/in/alessandrodipiazza/</a:t>
            </a:r>
            <a:endParaRPr lang="it-IT" sz="1200" b="1" dirty="0"/>
          </a:p>
          <a:p>
            <a:pPr marL="0" indent="0">
              <a:buNone/>
            </a:pPr>
            <a:r>
              <a:rPr lang="it-IT" sz="1200" b="1" dirty="0"/>
              <a:t>alessandro.dipiazza@gmail.com</a:t>
            </a:r>
          </a:p>
          <a:p>
            <a:pPr marL="0" indent="0">
              <a:buNone/>
            </a:pPr>
            <a:r>
              <a:rPr lang="it-IT" sz="1200" dirty="0">
                <a:hlinkClick r:id="rId3"/>
              </a:rPr>
              <a:t>https://github.com/dipialx/Corso-Python</a:t>
            </a:r>
            <a:endParaRPr lang="it-IT" sz="1200" dirty="0"/>
          </a:p>
          <a:p>
            <a:pPr marL="0" indent="0">
              <a:buNone/>
            </a:pPr>
            <a:endParaRPr lang="it-IT" sz="1200" dirty="0"/>
          </a:p>
          <a:p>
            <a:pPr marL="0" indent="0">
              <a:buNone/>
            </a:pPr>
            <a:endParaRPr lang="it-IT" sz="1200" b="1" dirty="0"/>
          </a:p>
          <a:p>
            <a:endParaRPr lang="en-US" sz="12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1BF8BCE-E974-3538-EEFA-8863FDCDA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96" y="2195549"/>
            <a:ext cx="354301" cy="28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D5CF95-D72A-D29D-65D2-7DFED2206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325" y="1690688"/>
            <a:ext cx="3029373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04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832</Words>
  <Application>Microsoft Office PowerPoint</Application>
  <PresentationFormat>Widescreen</PresentationFormat>
  <Paragraphs>234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Office Theme</vt:lpstr>
      <vt:lpstr>Corso Python</vt:lpstr>
      <vt:lpstr>Docker</vt:lpstr>
      <vt:lpstr>Virtual Machine vs Container</vt:lpstr>
      <vt:lpstr>Installiamo docker desktop</vt:lpstr>
      <vt:lpstr>Dockerfile</vt:lpstr>
      <vt:lpstr>docker-compose.yml</vt:lpstr>
      <vt:lpstr>Pausa</vt:lpstr>
      <vt:lpstr>Comandi docker oppure Portainer</vt:lpstr>
      <vt:lpstr>Redis</vt:lpstr>
      <vt:lpstr>Redis</vt:lpstr>
      <vt:lpstr>Large Language Model</vt:lpstr>
      <vt:lpstr>Come funziona un LLM</vt:lpstr>
      <vt:lpstr>Token</vt:lpstr>
      <vt:lpstr>Prompt Engineering</vt:lpstr>
      <vt:lpstr>Google AI Studio</vt:lpstr>
      <vt:lpstr>base_url</vt:lpstr>
      <vt:lpstr>Limiti degli LLM</vt:lpstr>
      <vt:lpstr>Retrieval Augmented Generation</vt:lpstr>
      <vt:lpstr>Embeddings</vt:lpstr>
      <vt:lpstr>Model Context Protocol</vt:lpstr>
      <vt:lpstr>Model Context Protocol</vt:lpstr>
      <vt:lpstr>Model Context Protocol</vt:lpstr>
      <vt:lpstr>Model Context Protocol</vt:lpstr>
      <vt:lpstr>Grazie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Piazza</dc:creator>
  <cp:lastModifiedBy>Alessandro Di Piazza</cp:lastModifiedBy>
  <cp:revision>1</cp:revision>
  <dcterms:created xsi:type="dcterms:W3CDTF">2026-05-21T11:36:00Z</dcterms:created>
  <dcterms:modified xsi:type="dcterms:W3CDTF">2026-06-08T10:19:21Z</dcterms:modified>
</cp:coreProperties>
</file>