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68" r:id="rId4"/>
    <p:sldId id="269" r:id="rId5"/>
    <p:sldId id="270" r:id="rId6"/>
    <p:sldId id="272" r:id="rId7"/>
    <p:sldId id="271" r:id="rId8"/>
    <p:sldId id="274" r:id="rId9"/>
    <p:sldId id="273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delSld modSld sldOrd">
      <pc:chgData name="Alessandro Di Piazza" userId="242384fd-1746-4b70-8d90-c83f4330e5ed" providerId="ADAL" clId="{FFF1DA74-BEAE-470B-8D8A-B7A1F3E1BF85}" dt="2026-05-27T16:43:33.926" v="2506" actId="1076"/>
      <pc:docMkLst>
        <pc:docMk/>
      </pc:docMkLst>
      <pc:sldChg chg="addSp 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722898410" sldId="256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22898410" sldId="256"/>
            <ac:spMk id="2" creationId="{4E3C584C-96BD-124F-ABCA-AB9CF6FE152A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22898410" sldId="256"/>
            <ac:spMk id="3" creationId="{A56E327D-758D-40CC-C224-A718EBB6EEC8}"/>
          </ac:spMkLst>
        </pc:spChg>
        <pc:picChg chg="add mod">
          <ac:chgData name="Alessandro Di Piazza" userId="242384fd-1746-4b70-8d90-c83f4330e5ed" providerId="ADAL" clId="{FFF1DA74-BEAE-470B-8D8A-B7A1F3E1BF85}" dt="2026-05-21T11:37:19.057" v="64" actId="1076"/>
          <ac:picMkLst>
            <pc:docMk/>
            <pc:sldMk cId="722898410" sldId="256"/>
            <ac:picMk id="1026" creationId="{87D3EFB6-5019-A5A0-925E-B94D9D24BA4A}"/>
          </ac:picMkLst>
        </pc:picChg>
      </pc:sldChg>
      <pc:sldChg chg="addSp delSp modSp new del mod">
        <pc:chgData name="Alessandro Di Piazza" userId="242384fd-1746-4b70-8d90-c83f4330e5ed" providerId="ADAL" clId="{FFF1DA74-BEAE-470B-8D8A-B7A1F3E1BF85}" dt="2026-05-27T09:22:16.103" v="1555" actId="47"/>
        <pc:sldMkLst>
          <pc:docMk/>
          <pc:sldMk cId="2312129349" sldId="257"/>
        </pc:sldMkLst>
      </pc:sldChg>
      <pc:sldChg chg="modSp new del mod">
        <pc:chgData name="Alessandro Di Piazza" userId="242384fd-1746-4b70-8d90-c83f4330e5ed" providerId="ADAL" clId="{FFF1DA74-BEAE-470B-8D8A-B7A1F3E1BF85}" dt="2026-05-25T08:52:11.155" v="1183" actId="2696"/>
        <pc:sldMkLst>
          <pc:docMk/>
          <pc:sldMk cId="3268373739" sldId="258"/>
        </pc:sldMkLst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3630284680" sldId="258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630284680" sldId="258"/>
            <ac:spMk id="2" creationId="{DF9F321A-3DBB-2CEA-D316-61BA3B8C91F8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630284680" sldId="258"/>
            <ac:spMk id="3" creationId="{144BDDAD-F2BA-5EC9-FC79-760DE859A970}"/>
          </ac:spMkLst>
        </pc:spChg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2671856089" sldId="259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671856089" sldId="259"/>
            <ac:spMk id="2" creationId="{BA4E784E-99D4-BC68-3839-781606648FCF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671856089" sldId="259"/>
            <ac:spMk id="3" creationId="{2D8183A8-9750-5E15-58C0-695064248923}"/>
          </ac:spMkLst>
        </pc:spChg>
      </pc:sldChg>
      <pc:sldChg chg="modSp new del mod ord">
        <pc:chgData name="Alessandro Di Piazza" userId="242384fd-1746-4b70-8d90-c83f4330e5ed" providerId="ADAL" clId="{FFF1DA74-BEAE-470B-8D8A-B7A1F3E1BF85}" dt="2026-05-27T09:22:12.610" v="1550" actId="47"/>
        <pc:sldMkLst>
          <pc:docMk/>
          <pc:sldMk cId="3918085652" sldId="259"/>
        </pc:sldMkLst>
      </pc:sldChg>
      <pc:sldChg chg="modSp new del mod">
        <pc:chgData name="Alessandro Di Piazza" userId="242384fd-1746-4b70-8d90-c83f4330e5ed" providerId="ADAL" clId="{FFF1DA74-BEAE-470B-8D8A-B7A1F3E1BF85}" dt="2026-05-25T08:52:28.998" v="1184" actId="47"/>
        <pc:sldMkLst>
          <pc:docMk/>
          <pc:sldMk cId="4204095062" sldId="259"/>
        </pc:sldMkLst>
      </pc:sldChg>
      <pc:sldChg chg="modSp new del mod">
        <pc:chgData name="Alessandro Di Piazza" userId="242384fd-1746-4b70-8d90-c83f4330e5ed" providerId="ADAL" clId="{FFF1DA74-BEAE-470B-8D8A-B7A1F3E1BF85}" dt="2026-05-27T09:22:13.351" v="1551" actId="47"/>
        <pc:sldMkLst>
          <pc:docMk/>
          <pc:sldMk cId="502201516" sldId="260"/>
        </pc:sldMkLst>
      </pc:sldChg>
      <pc:sldChg chg="addSp delSp 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2830842287" sldId="260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830842287" sldId="260"/>
            <ac:spMk id="2" creationId="{9E328BC5-F348-3B6B-2791-4D799E3D64A2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830842287" sldId="260"/>
            <ac:spMk id="3" creationId="{487C7ED8-D716-F038-5D2A-4A43AC5DBF7D}"/>
          </ac:spMkLst>
        </pc:spChg>
        <pc:picChg chg="add del mod">
          <ac:chgData name="Alessandro Di Piazza" userId="242384fd-1746-4b70-8d90-c83f4330e5ed" providerId="ADAL" clId="{FFF1DA74-BEAE-470B-8D8A-B7A1F3E1BF85}" dt="2026-05-27T09:49:43.781" v="1802" actId="478"/>
          <ac:picMkLst>
            <pc:docMk/>
            <pc:sldMk cId="2830842287" sldId="260"/>
            <ac:picMk id="5" creationId="{608FF62A-8A68-8B37-763D-431269CCB6F8}"/>
          </ac:picMkLst>
        </pc:picChg>
      </pc:sldChg>
      <pc:sldChg chg="addSp delSp modSp new del mod">
        <pc:chgData name="Alessandro Di Piazza" userId="242384fd-1746-4b70-8d90-c83f4330e5ed" providerId="ADAL" clId="{FFF1DA74-BEAE-470B-8D8A-B7A1F3E1BF85}" dt="2026-05-25T08:52:29.505" v="1185" actId="47"/>
        <pc:sldMkLst>
          <pc:docMk/>
          <pc:sldMk cId="3624749337" sldId="260"/>
        </pc:sldMkLst>
      </pc:sldChg>
      <pc:sldChg chg="modSp new del mod ord">
        <pc:chgData name="Alessandro Di Piazza" userId="242384fd-1746-4b70-8d90-c83f4330e5ed" providerId="ADAL" clId="{FFF1DA74-BEAE-470B-8D8A-B7A1F3E1BF85}" dt="2026-05-27T09:22:13.918" v="1552" actId="47"/>
        <pc:sldMkLst>
          <pc:docMk/>
          <pc:sldMk cId="689915869" sldId="261"/>
        </pc:sldMkLst>
      </pc:sldChg>
      <pc:sldChg chg="modSp new del mod">
        <pc:chgData name="Alessandro Di Piazza" userId="242384fd-1746-4b70-8d90-c83f4330e5ed" providerId="ADAL" clId="{FFF1DA74-BEAE-470B-8D8A-B7A1F3E1BF85}" dt="2026-05-25T08:52:31.164" v="1186" actId="47"/>
        <pc:sldMkLst>
          <pc:docMk/>
          <pc:sldMk cId="1192458173" sldId="261"/>
        </pc:sldMkLst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1762387843" sldId="261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762387843" sldId="261"/>
            <ac:spMk id="2" creationId="{F793D46B-7E30-B732-0B5F-6E6809874D3A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762387843" sldId="261"/>
            <ac:spMk id="3" creationId="{D3381AD2-43A0-150D-1ECF-68520D70D83F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1.538" v="1187" actId="47"/>
        <pc:sldMkLst>
          <pc:docMk/>
          <pc:sldMk cId="2124150076" sldId="262"/>
        </pc:sldMkLst>
      </pc:sldChg>
      <pc:sldChg chg="addSp delSp modSp new del mod">
        <pc:chgData name="Alessandro Di Piazza" userId="242384fd-1746-4b70-8d90-c83f4330e5ed" providerId="ADAL" clId="{FFF1DA74-BEAE-470B-8D8A-B7A1F3E1BF85}" dt="2026-05-27T09:22:14.547" v="1553" actId="47"/>
        <pc:sldMkLst>
          <pc:docMk/>
          <pc:sldMk cId="3061154852" sldId="262"/>
        </pc:sldMkLst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3962381380" sldId="262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962381380" sldId="262"/>
            <ac:spMk id="2" creationId="{35316690-8711-B50B-642F-4F8E6A3A6709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962381380" sldId="262"/>
            <ac:spMk id="3" creationId="{2C261B15-C03E-CCDC-8C51-C50DED6B9A0B}"/>
          </ac:spMkLst>
        </pc:spChg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819659442" sldId="263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819659442" sldId="263"/>
            <ac:spMk id="2" creationId="{738A7FC1-603F-247E-E169-C4B84006ABA2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819659442" sldId="263"/>
            <ac:spMk id="3" creationId="{771F8C49-14E4-1319-670B-183FDA444239}"/>
          </ac:spMkLst>
        </pc:spChg>
      </pc:sldChg>
      <pc:sldChg chg="addSp delSp modSp new del mod">
        <pc:chgData name="Alessandro Di Piazza" userId="242384fd-1746-4b70-8d90-c83f4330e5ed" providerId="ADAL" clId="{FFF1DA74-BEAE-470B-8D8A-B7A1F3E1BF85}" dt="2026-05-25T08:52:31.910" v="1188" actId="47"/>
        <pc:sldMkLst>
          <pc:docMk/>
          <pc:sldMk cId="2620022595" sldId="263"/>
        </pc:sldMkLst>
      </pc:sldChg>
      <pc:sldChg chg="addSp delSp modSp new del mod">
        <pc:chgData name="Alessandro Di Piazza" userId="242384fd-1746-4b70-8d90-c83f4330e5ed" providerId="ADAL" clId="{FFF1DA74-BEAE-470B-8D8A-B7A1F3E1BF85}" dt="2026-05-27T09:22:15.215" v="1554" actId="47"/>
        <pc:sldMkLst>
          <pc:docMk/>
          <pc:sldMk cId="2660867481" sldId="263"/>
        </pc:sldMkLst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979821371" sldId="264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979821371" sldId="264"/>
            <ac:spMk id="2" creationId="{DF76EFC1-4D98-4E1E-424D-EC4617223C78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979821371" sldId="264"/>
            <ac:spMk id="3" creationId="{0FCA317D-C329-8BC4-940E-A71B869BC415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2.299" v="1189" actId="47"/>
        <pc:sldMkLst>
          <pc:docMk/>
          <pc:sldMk cId="3985777224" sldId="264"/>
        </pc:sldMkLst>
      </pc:sldChg>
      <pc:sldChg chg="addSp 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1312045967" sldId="265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312045967" sldId="265"/>
            <ac:spMk id="2" creationId="{952557A1-78A2-A110-34AF-D103054D313B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312045967" sldId="265"/>
            <ac:spMk id="3" creationId="{EDF4F6FC-886D-0373-5BC0-E8B3F269A656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312045967" sldId="265"/>
            <ac:spMk id="5" creationId="{9227F676-DA87-6A95-CD01-56C8D9F91E21}"/>
          </ac:spMkLst>
        </pc:spChg>
      </pc:sldChg>
      <pc:sldChg chg="addSp delSp modSp new del mod">
        <pc:chgData name="Alessandro Di Piazza" userId="242384fd-1746-4b70-8d90-c83f4330e5ed" providerId="ADAL" clId="{FFF1DA74-BEAE-470B-8D8A-B7A1F3E1BF85}" dt="2026-05-25T08:52:32.713" v="1190" actId="47"/>
        <pc:sldMkLst>
          <pc:docMk/>
          <pc:sldMk cId="3837398240" sldId="265"/>
        </pc:sldMkLst>
      </pc:sldChg>
      <pc:sldChg chg="addSp modSp new mod">
        <pc:chgData name="Alessandro Di Piazza" userId="242384fd-1746-4b70-8d90-c83f4330e5ed" providerId="ADAL" clId="{FFF1DA74-BEAE-470B-8D8A-B7A1F3E1BF85}" dt="2026-05-27T12:47:55.608" v="2417" actId="6549"/>
        <pc:sldMkLst>
          <pc:docMk/>
          <pc:sldMk cId="781585204" sldId="266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81585204" sldId="266"/>
            <ac:spMk id="2" creationId="{9D53752E-F4DF-689F-E109-F630FD37DD5D}"/>
          </ac:spMkLst>
        </pc:spChg>
        <pc:spChg chg="mod">
          <ac:chgData name="Alessandro Di Piazza" userId="242384fd-1746-4b70-8d90-c83f4330e5ed" providerId="ADAL" clId="{FFF1DA74-BEAE-470B-8D8A-B7A1F3E1BF85}" dt="2026-05-27T12:47:55.608" v="2417" actId="6549"/>
          <ac:spMkLst>
            <pc:docMk/>
            <pc:sldMk cId="781585204" sldId="266"/>
            <ac:spMk id="3" creationId="{10E979EF-76F4-D971-F4C5-6F556B33EB21}"/>
          </ac:spMkLst>
        </pc:spChg>
        <pc:picChg chg="add mod">
          <ac:chgData name="Alessandro Di Piazza" userId="242384fd-1746-4b70-8d90-c83f4330e5ed" providerId="ADAL" clId="{FFF1DA74-BEAE-470B-8D8A-B7A1F3E1BF85}" dt="2026-05-27T12:47:42.893" v="2403" actId="1076"/>
          <ac:picMkLst>
            <pc:docMk/>
            <pc:sldMk cId="781585204" sldId="266"/>
            <ac:picMk id="4" creationId="{0077BBD0-D57B-6F29-A24E-1B9FDB39AE13}"/>
          </ac:picMkLst>
        </pc:picChg>
      </pc:sldChg>
      <pc:sldChg chg="modSp new del mod">
        <pc:chgData name="Alessandro Di Piazza" userId="242384fd-1746-4b70-8d90-c83f4330e5ed" providerId="ADAL" clId="{FFF1DA74-BEAE-470B-8D8A-B7A1F3E1BF85}" dt="2026-05-25T08:52:33.509" v="1191" actId="47"/>
        <pc:sldMkLst>
          <pc:docMk/>
          <pc:sldMk cId="3355297426" sldId="266"/>
        </pc:sldMkLst>
      </pc:sldChg>
      <pc:sldChg chg="modSp new del mod">
        <pc:chgData name="Alessandro Di Piazza" userId="242384fd-1746-4b70-8d90-c83f4330e5ed" providerId="ADAL" clId="{FFF1DA74-BEAE-470B-8D8A-B7A1F3E1BF85}" dt="2026-05-25T08:52:34.113" v="1192" actId="47"/>
        <pc:sldMkLst>
          <pc:docMk/>
          <pc:sldMk cId="1683296771" sldId="267"/>
        </pc:sldMkLst>
      </pc:sldChg>
      <pc:sldChg chg="addSp modSp new mod ord">
        <pc:chgData name="Alessandro Di Piazza" userId="242384fd-1746-4b70-8d90-c83f4330e5ed" providerId="ADAL" clId="{FFF1DA74-BEAE-470B-8D8A-B7A1F3E1BF85}" dt="2026-05-27T12:21:37.416" v="2378"/>
        <pc:sldMkLst>
          <pc:docMk/>
          <pc:sldMk cId="4235319617" sldId="267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4235319617" sldId="267"/>
            <ac:spMk id="2" creationId="{31C49063-7B56-855F-2725-90E70E5C0A88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4235319617" sldId="267"/>
            <ac:spMk id="3" creationId="{B133FAB7-B93B-F06C-82CB-E54C7BED878B}"/>
          </ac:spMkLst>
        </pc:spChg>
        <pc:picChg chg="add mod">
          <ac:chgData name="Alessandro Di Piazza" userId="242384fd-1746-4b70-8d90-c83f4330e5ed" providerId="ADAL" clId="{FFF1DA74-BEAE-470B-8D8A-B7A1F3E1BF85}" dt="2026-05-27T09:59:55.900" v="1852" actId="1076"/>
          <ac:picMkLst>
            <pc:docMk/>
            <pc:sldMk cId="4235319617" sldId="267"/>
            <ac:picMk id="5" creationId="{260204D9-CD87-D25E-75D5-83757164CF4F}"/>
          </ac:picMkLst>
        </pc:picChg>
      </pc:sldChg>
      <pc:sldChg chg="modSp new mod ord">
        <pc:chgData name="Alessandro Di Piazza" userId="242384fd-1746-4b70-8d90-c83f4330e5ed" providerId="ADAL" clId="{FFF1DA74-BEAE-470B-8D8A-B7A1F3E1BF85}" dt="2026-05-27T12:21:47.812" v="2380"/>
        <pc:sldMkLst>
          <pc:docMk/>
          <pc:sldMk cId="773264542" sldId="268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73264542" sldId="268"/>
            <ac:spMk id="2" creationId="{B4490BBA-764B-A9D6-47C7-D81EB1F7F59D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73264542" sldId="268"/>
            <ac:spMk id="3" creationId="{F58786D4-462C-7E71-DB26-8B0D1A33A6E2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4.663" v="1193" actId="47"/>
        <pc:sldMkLst>
          <pc:docMk/>
          <pc:sldMk cId="4142277145" sldId="268"/>
        </pc:sldMkLst>
      </pc:sldChg>
      <pc:sldChg chg="modSp add del mod">
        <pc:chgData name="Alessandro Di Piazza" userId="242384fd-1746-4b70-8d90-c83f4330e5ed" providerId="ADAL" clId="{FFF1DA74-BEAE-470B-8D8A-B7A1F3E1BF85}" dt="2026-05-25T08:52:35.078" v="1194" actId="47"/>
        <pc:sldMkLst>
          <pc:docMk/>
          <pc:sldMk cId="520404976" sldId="269"/>
        </pc:sldMkLst>
      </pc:sldChg>
      <pc:sldChg chg="modSp new mod ord">
        <pc:chgData name="Alessandro Di Piazza" userId="242384fd-1746-4b70-8d90-c83f4330e5ed" providerId="ADAL" clId="{FFF1DA74-BEAE-470B-8D8A-B7A1F3E1BF85}" dt="2026-05-27T12:21:56.551" v="2382"/>
        <pc:sldMkLst>
          <pc:docMk/>
          <pc:sldMk cId="3950847781" sldId="269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950847781" sldId="269"/>
            <ac:spMk id="2" creationId="{9B26B919-9B60-815C-A74F-5B638AD679B3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950847781" sldId="269"/>
            <ac:spMk id="3" creationId="{A56FE55C-C56F-8CFB-8786-29A1795FF501}"/>
          </ac:spMkLst>
        </pc:spChg>
      </pc:sldChg>
      <pc:sldChg chg="modSp new mod ord">
        <pc:chgData name="Alessandro Di Piazza" userId="242384fd-1746-4b70-8d90-c83f4330e5ed" providerId="ADAL" clId="{FFF1DA74-BEAE-470B-8D8A-B7A1F3E1BF85}" dt="2026-05-27T12:22:08.033" v="2384"/>
        <pc:sldMkLst>
          <pc:docMk/>
          <pc:sldMk cId="2730103695" sldId="270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730103695" sldId="270"/>
            <ac:spMk id="2" creationId="{B252C1B9-D0B4-463A-003D-B54793D9DB1D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730103695" sldId="270"/>
            <ac:spMk id="3" creationId="{271AB044-08C5-7DD1-AF87-D7739498E4BD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5.576" v="1195" actId="47"/>
        <pc:sldMkLst>
          <pc:docMk/>
          <pc:sldMk cId="3659694773" sldId="270"/>
        </pc:sldMkLst>
      </pc:sldChg>
      <pc:sldChg chg="modSp new del mod">
        <pc:chgData name="Alessandro Di Piazza" userId="242384fd-1746-4b70-8d90-c83f4330e5ed" providerId="ADAL" clId="{FFF1DA74-BEAE-470B-8D8A-B7A1F3E1BF85}" dt="2026-05-25T08:52:36.014" v="1196" actId="47"/>
        <pc:sldMkLst>
          <pc:docMk/>
          <pc:sldMk cId="3382980601" sldId="271"/>
        </pc:sldMkLst>
      </pc:sldChg>
      <pc:sldChg chg="addSp modSp new mod ord">
        <pc:chgData name="Alessandro Di Piazza" userId="242384fd-1746-4b70-8d90-c83f4330e5ed" providerId="ADAL" clId="{FFF1DA74-BEAE-470B-8D8A-B7A1F3E1BF85}" dt="2026-05-27T12:22:23.314" v="2386"/>
        <pc:sldMkLst>
          <pc:docMk/>
          <pc:sldMk cId="3881666455" sldId="271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881666455" sldId="271"/>
            <ac:spMk id="2" creationId="{EC050790-F501-8C11-90B7-9A05D08E8127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881666455" sldId="271"/>
            <ac:spMk id="3" creationId="{8469979B-DFC6-18A6-848E-BC239B868492}"/>
          </ac:spMkLst>
        </pc:spChg>
        <pc:picChg chg="add mod">
          <ac:chgData name="Alessandro Di Piazza" userId="242384fd-1746-4b70-8d90-c83f4330e5ed" providerId="ADAL" clId="{FFF1DA74-BEAE-470B-8D8A-B7A1F3E1BF85}" dt="2026-05-27T10:17:27.347" v="2179" actId="1076"/>
          <ac:picMkLst>
            <pc:docMk/>
            <pc:sldMk cId="3881666455" sldId="271"/>
            <ac:picMk id="5" creationId="{C30ED12C-B7C0-2315-8701-A5BD2C398213}"/>
          </ac:picMkLst>
        </pc:picChg>
      </pc:sldChg>
      <pc:sldChg chg="addSp delSp modSp new del mod">
        <pc:chgData name="Alessandro Di Piazza" userId="242384fd-1746-4b70-8d90-c83f4330e5ed" providerId="ADAL" clId="{FFF1DA74-BEAE-470B-8D8A-B7A1F3E1BF85}" dt="2026-05-25T08:52:36.370" v="1197" actId="47"/>
        <pc:sldMkLst>
          <pc:docMk/>
          <pc:sldMk cId="671320916" sldId="272"/>
        </pc:sldMkLst>
      </pc:sldChg>
      <pc:sldChg chg="modSp new mod ord">
        <pc:chgData name="Alessandro Di Piazza" userId="242384fd-1746-4b70-8d90-c83f4330e5ed" providerId="ADAL" clId="{FFF1DA74-BEAE-470B-8D8A-B7A1F3E1BF85}" dt="2026-05-27T12:22:23.314" v="2386"/>
        <pc:sldMkLst>
          <pc:docMk/>
          <pc:sldMk cId="1439149947" sldId="272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439149947" sldId="272"/>
            <ac:spMk id="2" creationId="{975D6422-DBA1-205F-A7F7-BFE72A7647E5}"/>
          </ac:spMkLst>
        </pc:spChg>
        <pc:spChg chg="mod">
          <ac:chgData name="Alessandro Di Piazza" userId="242384fd-1746-4b70-8d90-c83f4330e5ed" providerId="ADAL" clId="{FFF1DA74-BEAE-470B-8D8A-B7A1F3E1BF85}" dt="2026-05-27T11:28:24.372" v="2376" actId="20577"/>
          <ac:spMkLst>
            <pc:docMk/>
            <pc:sldMk cId="1439149947" sldId="272"/>
            <ac:spMk id="3" creationId="{9695E509-328B-770F-2FE7-20D775AAA931}"/>
          </ac:spMkLst>
        </pc:spChg>
      </pc:sldChg>
      <pc:sldChg chg="modSp new mod ord">
        <pc:chgData name="Alessandro Di Piazza" userId="242384fd-1746-4b70-8d90-c83f4330e5ed" providerId="ADAL" clId="{FFF1DA74-BEAE-470B-8D8A-B7A1F3E1BF85}" dt="2026-05-27T12:22:53.997" v="2396" actId="20577"/>
        <pc:sldMkLst>
          <pc:docMk/>
          <pc:sldMk cId="1136373570" sldId="273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136373570" sldId="273"/>
            <ac:spMk id="2" creationId="{4EFB6B44-1D6E-DBE8-9B01-B1983DEE03F1}"/>
          </ac:spMkLst>
        </pc:spChg>
        <pc:spChg chg="mod">
          <ac:chgData name="Alessandro Di Piazza" userId="242384fd-1746-4b70-8d90-c83f4330e5ed" providerId="ADAL" clId="{FFF1DA74-BEAE-470B-8D8A-B7A1F3E1BF85}" dt="2026-05-27T12:22:53.997" v="2396" actId="20577"/>
          <ac:spMkLst>
            <pc:docMk/>
            <pc:sldMk cId="1136373570" sldId="273"/>
            <ac:spMk id="3" creationId="{BDFD911A-8902-F101-1D9B-BE1E7163C952}"/>
          </ac:spMkLst>
        </pc:spChg>
      </pc:sldChg>
      <pc:sldChg chg="modSp new del mod ord">
        <pc:chgData name="Alessandro Di Piazza" userId="242384fd-1746-4b70-8d90-c83f4330e5ed" providerId="ADAL" clId="{FFF1DA74-BEAE-470B-8D8A-B7A1F3E1BF85}" dt="2026-05-25T08:51:02.642" v="1166" actId="2696"/>
        <pc:sldMkLst>
          <pc:docMk/>
          <pc:sldMk cId="1762079307" sldId="273"/>
        </pc:sldMkLst>
      </pc:sldChg>
      <pc:sldChg chg="addSp delSp modSp new mod ord">
        <pc:chgData name="Alessandro Di Piazza" userId="242384fd-1746-4b70-8d90-c83f4330e5ed" providerId="ADAL" clId="{FFF1DA74-BEAE-470B-8D8A-B7A1F3E1BF85}" dt="2026-05-27T12:22:23.314" v="2386"/>
        <pc:sldMkLst>
          <pc:docMk/>
          <pc:sldMk cId="1881461928" sldId="274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2" creationId="{62A08C19-965C-7BE8-01B1-67715B68B14A}"/>
          </ac:spMkLst>
        </pc:spChg>
        <pc:spChg chg="del mod">
          <ac:chgData name="Alessandro Di Piazza" userId="242384fd-1746-4b70-8d90-c83f4330e5ed" providerId="ADAL" clId="{FFF1DA74-BEAE-470B-8D8A-B7A1F3E1BF85}" dt="2026-05-27T10:43:16.004" v="2300"/>
          <ac:spMkLst>
            <pc:docMk/>
            <pc:sldMk cId="1881461928" sldId="274"/>
            <ac:spMk id="3" creationId="{2A94C766-4189-38DB-408A-F4CBAE4809A1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4" creationId="{193BEDE8-1686-6426-69A3-2E8E888D2540}"/>
          </ac:spMkLst>
        </pc:spChg>
        <pc:spChg chg="add">
          <ac:chgData name="Alessandro Di Piazza" userId="242384fd-1746-4b70-8d90-c83f4330e5ed" providerId="ADAL" clId="{FFF1DA74-BEAE-470B-8D8A-B7A1F3E1BF85}" dt="2026-05-27T10:43:31.505" v="2305"/>
          <ac:spMkLst>
            <pc:docMk/>
            <pc:sldMk cId="1881461928" sldId="274"/>
            <ac:spMk id="5" creationId="{561CA704-E2EF-068E-F65E-AFC51410FDAD}"/>
          </ac:spMkLst>
        </pc:spChg>
        <pc:spChg chg="add">
          <ac:chgData name="Alessandro Di Piazza" userId="242384fd-1746-4b70-8d90-c83f4330e5ed" providerId="ADAL" clId="{FFF1DA74-BEAE-470B-8D8A-B7A1F3E1BF85}" dt="2026-05-27T10:43:35.055" v="2306"/>
          <ac:spMkLst>
            <pc:docMk/>
            <pc:sldMk cId="1881461928" sldId="274"/>
            <ac:spMk id="6" creationId="{2BF92771-236A-59BC-A823-19BDC419D687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8" creationId="{E2C5EE82-2BE7-B683-86DF-DA0DC71C031B}"/>
          </ac:spMkLst>
        </pc:spChg>
        <pc:spChg chg="add">
          <ac:chgData name="Alessandro Di Piazza" userId="242384fd-1746-4b70-8d90-c83f4330e5ed" providerId="ADAL" clId="{FFF1DA74-BEAE-470B-8D8A-B7A1F3E1BF85}" dt="2026-05-27T10:43:44.792" v="2310"/>
          <ac:spMkLst>
            <pc:docMk/>
            <pc:sldMk cId="1881461928" sldId="274"/>
            <ac:spMk id="9" creationId="{EBAB4437-2C9D-9F28-BE94-962A6A952979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11" creationId="{8B7FB5C8-EADA-C81E-4123-6DE247BE79BA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13" creationId="{ED8FFAFB-10AB-E6A2-D8D0-FC26B308FBD2}"/>
          </ac:spMkLst>
        </pc:spChg>
        <pc:picChg chg="add mod">
          <ac:chgData name="Alessandro Di Piazza" userId="242384fd-1746-4b70-8d90-c83f4330e5ed" providerId="ADAL" clId="{FFF1DA74-BEAE-470B-8D8A-B7A1F3E1BF85}" dt="2026-05-27T10:44:51.214" v="2326" actId="1076"/>
          <ac:picMkLst>
            <pc:docMk/>
            <pc:sldMk cId="1881461928" sldId="274"/>
            <ac:picMk id="15" creationId="{6A9FF9DB-E47B-75AD-061D-083E044F4C5E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7T12:50:09.333" v="2445" actId="1076"/>
        <pc:sldMkLst>
          <pc:docMk/>
          <pc:sldMk cId="3664682121" sldId="275"/>
        </pc:sldMkLst>
        <pc:spChg chg="mod">
          <ac:chgData name="Alessandro Di Piazza" userId="242384fd-1746-4b70-8d90-c83f4330e5ed" providerId="ADAL" clId="{FFF1DA74-BEAE-470B-8D8A-B7A1F3E1BF85}" dt="2026-05-27T12:48:58.447" v="2423" actId="113"/>
          <ac:spMkLst>
            <pc:docMk/>
            <pc:sldMk cId="3664682121" sldId="275"/>
            <ac:spMk id="2" creationId="{D05ACDF2-FA74-5FF8-E0A3-484C44089926}"/>
          </ac:spMkLst>
        </pc:spChg>
        <pc:spChg chg="mod">
          <ac:chgData name="Alessandro Di Piazza" userId="242384fd-1746-4b70-8d90-c83f4330e5ed" providerId="ADAL" clId="{FFF1DA74-BEAE-470B-8D8A-B7A1F3E1BF85}" dt="2026-05-27T12:49:16.923" v="2437" actId="5793"/>
          <ac:spMkLst>
            <pc:docMk/>
            <pc:sldMk cId="3664682121" sldId="275"/>
            <ac:spMk id="3" creationId="{17AE8612-A405-5581-58B7-0F767C660828}"/>
          </ac:spMkLst>
        </pc:spChg>
        <pc:picChg chg="add del mod">
          <ac:chgData name="Alessandro Di Piazza" userId="242384fd-1746-4b70-8d90-c83f4330e5ed" providerId="ADAL" clId="{FFF1DA74-BEAE-470B-8D8A-B7A1F3E1BF85}" dt="2026-05-27T12:49:57.661" v="2442" actId="478"/>
          <ac:picMkLst>
            <pc:docMk/>
            <pc:sldMk cId="3664682121" sldId="275"/>
            <ac:picMk id="2050" creationId="{67FF4FDC-363F-01FF-3EC2-BD36C7B76F6C}"/>
          </ac:picMkLst>
        </pc:picChg>
        <pc:picChg chg="add mod">
          <ac:chgData name="Alessandro Di Piazza" userId="242384fd-1746-4b70-8d90-c83f4330e5ed" providerId="ADAL" clId="{FFF1DA74-BEAE-470B-8D8A-B7A1F3E1BF85}" dt="2026-05-27T12:50:09.333" v="2445" actId="1076"/>
          <ac:picMkLst>
            <pc:docMk/>
            <pc:sldMk cId="3664682121" sldId="275"/>
            <ac:picMk id="2052" creationId="{F689ADB7-1E93-06EA-80C1-53BF37ECF6D1}"/>
          </ac:picMkLst>
        </pc:picChg>
      </pc:sldChg>
      <pc:sldChg chg="modSp add mod">
        <pc:chgData name="Alessandro Di Piazza" userId="242384fd-1746-4b70-8d90-c83f4330e5ed" providerId="ADAL" clId="{FFF1DA74-BEAE-470B-8D8A-B7A1F3E1BF85}" dt="2026-05-27T12:51:15.485" v="2456" actId="1076"/>
        <pc:sldMkLst>
          <pc:docMk/>
          <pc:sldMk cId="3005548171" sldId="276"/>
        </pc:sldMkLst>
        <pc:spChg chg="mod">
          <ac:chgData name="Alessandro Di Piazza" userId="242384fd-1746-4b70-8d90-c83f4330e5ed" providerId="ADAL" clId="{FFF1DA74-BEAE-470B-8D8A-B7A1F3E1BF85}" dt="2026-05-27T12:51:15.485" v="2456" actId="1076"/>
          <ac:spMkLst>
            <pc:docMk/>
            <pc:sldMk cId="3005548171" sldId="276"/>
            <ac:spMk id="3" creationId="{1BE6ABF3-7277-B9F7-DE38-C760E051C70B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7T12:52:48.968" v="2470" actId="2710"/>
        <pc:sldMkLst>
          <pc:docMk/>
          <pc:sldMk cId="642528440" sldId="277"/>
        </pc:sldMkLst>
        <pc:spChg chg="mod">
          <ac:chgData name="Alessandro Di Piazza" userId="242384fd-1746-4b70-8d90-c83f4330e5ed" providerId="ADAL" clId="{FFF1DA74-BEAE-470B-8D8A-B7A1F3E1BF85}" dt="2026-05-27T12:52:13.718" v="2459"/>
          <ac:spMkLst>
            <pc:docMk/>
            <pc:sldMk cId="642528440" sldId="277"/>
            <ac:spMk id="2" creationId="{FFFED3E2-FACD-1DC4-BDAB-317ECAE6ABDE}"/>
          </ac:spMkLst>
        </pc:spChg>
        <pc:spChg chg="mod">
          <ac:chgData name="Alessandro Di Piazza" userId="242384fd-1746-4b70-8d90-c83f4330e5ed" providerId="ADAL" clId="{FFF1DA74-BEAE-470B-8D8A-B7A1F3E1BF85}" dt="2026-05-27T12:52:44.761" v="2469" actId="255"/>
          <ac:spMkLst>
            <pc:docMk/>
            <pc:sldMk cId="642528440" sldId="277"/>
            <ac:spMk id="3" creationId="{E835E16E-8E7A-D6A2-8F11-42EA5B125A1B}"/>
          </ac:spMkLst>
        </pc:spChg>
        <pc:spChg chg="add mod">
          <ac:chgData name="Alessandro Di Piazza" userId="242384fd-1746-4b70-8d90-c83f4330e5ed" providerId="ADAL" clId="{FFF1DA74-BEAE-470B-8D8A-B7A1F3E1BF85}" dt="2026-05-27T12:52:48.968" v="2470" actId="2710"/>
          <ac:spMkLst>
            <pc:docMk/>
            <pc:sldMk cId="642528440" sldId="277"/>
            <ac:spMk id="5" creationId="{350E9F45-3FF3-8E0B-4821-1C70DA63D422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7T12:57:53.824" v="2475" actId="1076"/>
        <pc:sldMkLst>
          <pc:docMk/>
          <pc:sldMk cId="2708153801" sldId="278"/>
        </pc:sldMkLst>
        <pc:spChg chg="mod">
          <ac:chgData name="Alessandro Di Piazza" userId="242384fd-1746-4b70-8d90-c83f4330e5ed" providerId="ADAL" clId="{FFF1DA74-BEAE-470B-8D8A-B7A1F3E1BF85}" dt="2026-05-27T12:53:09.190" v="2472"/>
          <ac:spMkLst>
            <pc:docMk/>
            <pc:sldMk cId="2708153801" sldId="278"/>
            <ac:spMk id="2" creationId="{39C55D3D-6977-DE17-1CBD-7335022F1ED9}"/>
          </ac:spMkLst>
        </pc:spChg>
        <pc:spChg chg="del">
          <ac:chgData name="Alessandro Di Piazza" userId="242384fd-1746-4b70-8d90-c83f4330e5ed" providerId="ADAL" clId="{FFF1DA74-BEAE-470B-8D8A-B7A1F3E1BF85}" dt="2026-05-27T12:57:52.262" v="2473" actId="478"/>
          <ac:spMkLst>
            <pc:docMk/>
            <pc:sldMk cId="2708153801" sldId="278"/>
            <ac:spMk id="3" creationId="{F3CBC53A-5C19-6E87-C11F-C7812EE4EAB6}"/>
          </ac:spMkLst>
        </pc:spChg>
        <pc:picChg chg="add mod">
          <ac:chgData name="Alessandro Di Piazza" userId="242384fd-1746-4b70-8d90-c83f4330e5ed" providerId="ADAL" clId="{FFF1DA74-BEAE-470B-8D8A-B7A1F3E1BF85}" dt="2026-05-27T12:57:53.824" v="2475" actId="1076"/>
          <ac:picMkLst>
            <pc:docMk/>
            <pc:sldMk cId="2708153801" sldId="278"/>
            <ac:picMk id="4" creationId="{E85D1B1F-E92D-7266-3106-5ABA8C4F40A0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7T16:43:33.926" v="2506" actId="1076"/>
        <pc:sldMkLst>
          <pc:docMk/>
          <pc:sldMk cId="1237004907" sldId="279"/>
        </pc:sldMkLst>
        <pc:spChg chg="mod">
          <ac:chgData name="Alessandro Di Piazza" userId="242384fd-1746-4b70-8d90-c83f4330e5ed" providerId="ADAL" clId="{FFF1DA74-BEAE-470B-8D8A-B7A1F3E1BF85}" dt="2026-05-27T12:57:58.581" v="2482" actId="20577"/>
          <ac:spMkLst>
            <pc:docMk/>
            <pc:sldMk cId="1237004907" sldId="279"/>
            <ac:spMk id="2" creationId="{31DB3AD2-6E69-AE17-914D-6C2AA9E62348}"/>
          </ac:spMkLst>
        </pc:spChg>
        <pc:spChg chg="mod">
          <ac:chgData name="Alessandro Di Piazza" userId="242384fd-1746-4b70-8d90-c83f4330e5ed" providerId="ADAL" clId="{FFF1DA74-BEAE-470B-8D8A-B7A1F3E1BF85}" dt="2026-05-27T13:00:48.091" v="2504" actId="20577"/>
          <ac:spMkLst>
            <pc:docMk/>
            <pc:sldMk cId="1237004907" sldId="279"/>
            <ac:spMk id="3" creationId="{C49DC867-5ED3-70E2-1474-E948A29DF620}"/>
          </ac:spMkLst>
        </pc:spChg>
        <pc:spChg chg="add del mod">
          <ac:chgData name="Alessandro Di Piazza" userId="242384fd-1746-4b70-8d90-c83f4330e5ed" providerId="ADAL" clId="{FFF1DA74-BEAE-470B-8D8A-B7A1F3E1BF85}" dt="2026-05-27T13:00:38.188" v="2501" actId="478"/>
          <ac:spMkLst>
            <pc:docMk/>
            <pc:sldMk cId="1237004907" sldId="279"/>
            <ac:spMk id="6" creationId="{9C6571F9-2E74-1009-A1C5-A8E74FCE880B}"/>
          </ac:spMkLst>
        </pc:spChg>
        <pc:picChg chg="add mod">
          <ac:chgData name="Alessandro Di Piazza" userId="242384fd-1746-4b70-8d90-c83f4330e5ed" providerId="ADAL" clId="{FFF1DA74-BEAE-470B-8D8A-B7A1F3E1BF85}" dt="2026-05-27T12:58:28.135" v="2484"/>
          <ac:picMkLst>
            <pc:docMk/>
            <pc:sldMk cId="1237004907" sldId="279"/>
            <ac:picMk id="4" creationId="{61BF8BCE-E974-3538-EEFA-8863FDCDA494}"/>
          </ac:picMkLst>
        </pc:picChg>
        <pc:picChg chg="add mod">
          <ac:chgData name="Alessandro Di Piazza" userId="242384fd-1746-4b70-8d90-c83f4330e5ed" providerId="ADAL" clId="{FFF1DA74-BEAE-470B-8D8A-B7A1F3E1BF85}" dt="2026-05-27T16:43:33.926" v="2506" actId="1076"/>
          <ac:picMkLst>
            <pc:docMk/>
            <pc:sldMk cId="1237004907" sldId="279"/>
            <ac:picMk id="6" creationId="{D3D5CF95-D72A-D29D-65D2-7DFED22061D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649B-FB7B-A554-4882-0F71307F36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933BEB-1065-4235-4D23-D77BE256AC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8139E-DBC3-C411-D6FA-8AD6171BD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97A8CF-A7E7-C76A-B70C-CC913F7E0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3E73B-E3A7-FC76-EABD-BC9E2D2B5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80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D90EA-4947-A30D-E311-522229336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60E02-545C-F6D9-D156-41FB4A04D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08094-E153-4854-C0D8-876204706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01987-8BF6-6362-8682-451619BBC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06078-8D92-E4D4-85F9-27A5CD0E6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10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5A3B4-C73A-FE9B-FE77-196872D7C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0296F-4694-F59E-9B66-85BE33BA6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7480AE-BCD4-BBFE-B488-7EFBB53DD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4B822-625D-47B5-33D0-58A0EFE88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E531-E9B8-C965-AA6E-9C2014D0A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033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79FA4-A347-9CC2-4D9C-6878EAC9A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6A9A1-E618-BEC9-8CFA-E4F6C92B19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E9E75-D3BA-4C42-5B64-884EBB6CE2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31FDE7-4A70-36C5-BB84-0E92B3495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9C9882-1F1E-7409-AAA5-7582A507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CF6730-215A-9652-05CF-BFF89A43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180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D47B-2760-0E3E-9406-261DCF0FA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8BB69-F784-E6B6-FA39-D09A2D944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5F83A-8F9B-B297-F089-042C425235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BB55D-6C7D-3739-CFA6-1FD2386F83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9E0EAD-D139-192C-09BE-E2EB5D2896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B16598-E3C9-78C6-A77C-8BC630654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88E6F1-FF43-CC84-2F1A-20BB3FB8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0630B5-EBCC-ABE3-4B2C-DED95B2E4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433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93975-2AA1-10CB-ACAC-22A3FABE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4C453-E0CE-19C3-018F-FFA770DE5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E263D7-C382-E921-6F03-8A076FE5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64C809-4B9D-728F-86D5-ABE2D8CCA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32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001C14-C535-A95B-3589-7A4958F2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FF8DF0-5D8E-BA5B-8E41-466A9ACE4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326C4-CE93-815C-F2B1-78151CD54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96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A8C71-570E-24BC-90D1-DE2150545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F4611-C198-8FF4-3243-5C70B1D4B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7731B1-F4A6-857C-1239-ECE7FCB39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D9992-D37E-A656-796E-FAAE2C3E3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342EC-819C-92D8-3C9F-38B088490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60625A-1A82-9C52-D4BC-CE22A253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82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65CA-DA3F-F0D8-2E85-8C18A676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F9E0D-C8E4-7397-1396-AF33BA7A70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95A831-CF04-B6E0-311E-0D2171F8E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3117C-3AE7-FE27-8192-9B41D2D7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CA8B9F-1884-67B8-2A87-3B0E8D7FF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570DD-6488-A66C-7515-BCFEC5DCB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089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BFA7-B3C6-B0B5-3F0D-F8CDD78ED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6ED0AE-3C77-1AED-115F-C50B6D955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75AA6-C1EE-0558-A55E-3BF03E5AE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F2EFB-6321-C7EB-CB6C-BB655B5F6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76CFF-0D18-FD12-C6DF-1944DE48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7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5732AB-2C3B-94E2-BEC2-DEE8460967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5F6FDD-CE31-88B4-7976-76C69F43D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6E839-ECE5-E8EB-E41A-33A134D70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9E44D-FEBB-33EB-4321-C5F6A6963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4D5C07-01A2-951E-9ADC-83D3C9AA3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96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1A9710-D7DA-FB24-42B5-E046E17A9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F86FAB-1A7B-DB26-2773-C63D20A2A8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44B90-A93E-415F-FC1E-8267B24F3F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57365-83EF-9A24-07D4-1EE5BD350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27A51-9C8C-0B11-05A1-78030A0C3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213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ocker.com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aistudio.google.com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ipialx/Corso-Python" TargetMode="External"/><Relationship Id="rId2" Type="http://schemas.openxmlformats.org/officeDocument/2006/relationships/hyperlink" Target="https://www.linkedin.com/in/alessandrodipiazza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22 Maggio</a:t>
            </a:r>
          </a:p>
          <a:p>
            <a:r>
              <a:rPr lang="it-IT" noProof="0" dirty="0"/>
              <a:t>28-29 Maggio</a:t>
            </a:r>
          </a:p>
          <a:p>
            <a:r>
              <a:rPr lang="it-IT" noProof="0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49063-7B56-855F-2725-90E70E5C0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3FAB7-B93B-F06C-82CB-E54C7BED8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noProof="0" dirty="0"/>
              <a:t>Docker permette di creare container isolati.</a:t>
            </a:r>
          </a:p>
          <a:p>
            <a:pPr marL="0" indent="0">
              <a:buNone/>
            </a:pPr>
            <a:r>
              <a:rPr lang="it-IT" noProof="0" dirty="0"/>
              <a:t>Un container contiene:</a:t>
            </a:r>
          </a:p>
          <a:p>
            <a:r>
              <a:rPr lang="it-IT" noProof="0" dirty="0"/>
              <a:t>codice </a:t>
            </a:r>
          </a:p>
          <a:p>
            <a:r>
              <a:rPr lang="it-IT" noProof="0" dirty="0"/>
              <a:t>dipendenze </a:t>
            </a:r>
          </a:p>
          <a:p>
            <a:r>
              <a:rPr lang="it-IT" noProof="0" dirty="0"/>
              <a:t>librerie </a:t>
            </a:r>
          </a:p>
          <a:p>
            <a:r>
              <a:rPr lang="it-IT" noProof="0" dirty="0"/>
              <a:t>configurazioni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Vantaggi:</a:t>
            </a:r>
          </a:p>
          <a:p>
            <a:r>
              <a:rPr lang="it-IT" noProof="0" dirty="0"/>
              <a:t>portabilità </a:t>
            </a:r>
          </a:p>
          <a:p>
            <a:r>
              <a:rPr lang="it-IT" noProof="0" dirty="0"/>
              <a:t>semplicità </a:t>
            </a:r>
          </a:p>
          <a:p>
            <a:r>
              <a:rPr lang="it-IT" noProof="0" dirty="0"/>
              <a:t>deployment rapido</a:t>
            </a:r>
          </a:p>
          <a:p>
            <a:endParaRPr lang="it-IT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0204D9-CD87-D25E-75D5-83757164C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0943" y="681037"/>
            <a:ext cx="1664257" cy="1513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319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90BBA-764B-A9D6-47C7-D81EB1F7F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Virtual Machine vs 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786D4-462C-7E71-DB26-8B0D1A33A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b="1" noProof="0" dirty="0"/>
              <a:t>Virtual Machine</a:t>
            </a:r>
          </a:p>
          <a:p>
            <a:r>
              <a:rPr lang="it-IT" noProof="0" dirty="0"/>
              <a:t>sistema operativo completo </a:t>
            </a:r>
          </a:p>
          <a:p>
            <a:r>
              <a:rPr lang="it-IT" noProof="0" dirty="0"/>
              <a:t>più pesante </a:t>
            </a:r>
          </a:p>
          <a:p>
            <a:pPr marL="0" indent="0">
              <a:buNone/>
            </a:pPr>
            <a:endParaRPr lang="it-IT" b="1" noProof="0" dirty="0"/>
          </a:p>
          <a:p>
            <a:pPr marL="0" indent="0">
              <a:buNone/>
            </a:pPr>
            <a:r>
              <a:rPr lang="it-IT" b="1" noProof="0" dirty="0"/>
              <a:t>Container</a:t>
            </a:r>
          </a:p>
          <a:p>
            <a:r>
              <a:rPr lang="it-IT" noProof="0" dirty="0"/>
              <a:t>condividono il kernel </a:t>
            </a:r>
          </a:p>
          <a:p>
            <a:r>
              <a:rPr lang="it-IT" noProof="0" dirty="0"/>
              <a:t>più leggeri </a:t>
            </a:r>
          </a:p>
          <a:p>
            <a:r>
              <a:rPr lang="it-IT" noProof="0" dirty="0"/>
              <a:t>avvio rapido</a:t>
            </a:r>
          </a:p>
          <a:p>
            <a:r>
              <a:rPr lang="it-IT" noProof="0" dirty="0"/>
              <a:t>possibilità di volumi persistenti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773264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6B919-9B60-815C-A74F-5B638AD67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Installiamo docker desktop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FE55C-C56F-8CFB-8786-29A1795FF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noProof="0" dirty="0">
                <a:hlinkClick r:id="rId2"/>
              </a:rPr>
              <a:t>https://www.docker.com/</a:t>
            </a:r>
            <a:endParaRPr lang="it-IT" noProof="0" dirty="0"/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Verifichiamo che è partito :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 ps</a:t>
            </a:r>
          </a:p>
          <a:p>
            <a:pPr marL="0" indent="0">
              <a:buNone/>
            </a:pPr>
            <a:endParaRPr lang="it-IT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847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C1B9-D0B4-463A-003D-B54793D9D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Dockerfile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AB044-08C5-7DD1-AF87-D7739498E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FROM python:3.12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WORKDIR /app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COPY . .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RUN pip install -r requirements.txt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CMD ["python", "app.py"]</a:t>
            </a:r>
          </a:p>
        </p:txBody>
      </p:sp>
    </p:spTree>
    <p:extLst>
      <p:ext uri="{BB962C8B-B14F-4D97-AF65-F5344CB8AC3E}">
        <p14:creationId xmlns:p14="http://schemas.microsoft.com/office/powerpoint/2010/main" val="2730103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D6422-DBA1-205F-A7F7-BFE72A764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docker-compose.yml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5E509-328B-770F-2FE7-20D775AAA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it-IT" noProof="0" dirty="0">
                <a:latin typeface="Consolas" panose="020B0609020204030204" pitchFamily="49" charset="0"/>
              </a:rPr>
              <a:t>services: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app: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  build: .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  ports: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    - "8000:8000</a:t>
            </a:r>
            <a:r>
              <a:rPr lang="it-IT" dirty="0">
                <a:latin typeface="Consolas" panose="020B0609020204030204" pitchFamily="49" charset="0"/>
              </a:rPr>
              <a:t>"</a:t>
            </a:r>
            <a:endParaRPr lang="it-IT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</a:t>
            </a:r>
            <a:r>
              <a:rPr lang="en-US" dirty="0" err="1">
                <a:latin typeface="Consolas" panose="020B0609020204030204" pitchFamily="49" charset="0"/>
              </a:rPr>
              <a:t>redis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image: </a:t>
            </a:r>
            <a:r>
              <a:rPr lang="en-US" dirty="0" err="1">
                <a:latin typeface="Consolas" panose="020B0609020204030204" pitchFamily="49" charset="0"/>
              </a:rPr>
              <a:t>redis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redis-stack:latest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</a:t>
            </a:r>
            <a:r>
              <a:rPr lang="en-US" dirty="0" err="1">
                <a:latin typeface="Consolas" panose="020B0609020204030204" pitchFamily="49" charset="0"/>
              </a:rPr>
              <a:t>container_name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redis</a:t>
            </a:r>
            <a:r>
              <a:rPr lang="en-US" dirty="0">
                <a:latin typeface="Consolas" panose="020B0609020204030204" pitchFamily="49" charset="0"/>
              </a:rPr>
              <a:t>-stack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ports: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  - "6379:6379"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  - "8001:8001"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volumes: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  - </a:t>
            </a:r>
            <a:r>
              <a:rPr lang="en-US" dirty="0" err="1">
                <a:latin typeface="Consolas" panose="020B0609020204030204" pitchFamily="49" charset="0"/>
              </a:rPr>
              <a:t>redis_data</a:t>
            </a:r>
            <a:r>
              <a:rPr lang="en-US" dirty="0">
                <a:latin typeface="Consolas" panose="020B0609020204030204" pitchFamily="49" charset="0"/>
              </a:rPr>
              <a:t>:/data</a:t>
            </a:r>
            <a:br>
              <a:rPr lang="en-US" dirty="0"/>
            </a:b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it-IT" noProof="0" dirty="0">
                <a:latin typeface="Consolas" panose="020B0609020204030204" pitchFamily="49" charset="0"/>
              </a:rPr>
              <a:t>volumes: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redis_data:</a:t>
            </a:r>
          </a:p>
        </p:txBody>
      </p:sp>
    </p:spTree>
    <p:extLst>
      <p:ext uri="{BB962C8B-B14F-4D97-AF65-F5344CB8AC3E}">
        <p14:creationId xmlns:p14="http://schemas.microsoft.com/office/powerpoint/2010/main" val="1439149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50790-F501-8C11-90B7-9A05D08E8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Comandi docker oppure Portainer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9979B-DFC6-18A6-848E-BC239B868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b="1" noProof="0" dirty="0"/>
              <a:t>Build immagine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 build -t myapp .</a:t>
            </a:r>
          </a:p>
          <a:p>
            <a:pPr marL="0" indent="0">
              <a:buNone/>
            </a:pPr>
            <a:endParaRPr lang="it-IT" b="1" noProof="0" dirty="0"/>
          </a:p>
          <a:p>
            <a:pPr marL="0" indent="0">
              <a:buNone/>
            </a:pPr>
            <a:r>
              <a:rPr lang="it-IT" b="1" noProof="0" dirty="0"/>
              <a:t>Avvio container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 run myapp</a:t>
            </a:r>
          </a:p>
          <a:p>
            <a:pPr marL="0" indent="0">
              <a:buNone/>
            </a:pPr>
            <a:endParaRPr lang="it-IT" b="1" noProof="0" dirty="0"/>
          </a:p>
          <a:p>
            <a:pPr marL="0" indent="0">
              <a:buNone/>
            </a:pPr>
            <a:r>
              <a:rPr lang="it-IT" b="1" noProof="0" dirty="0"/>
              <a:t>Lista container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 ps</a:t>
            </a:r>
          </a:p>
          <a:p>
            <a:pPr marL="0" indent="0">
              <a:buNone/>
            </a:pPr>
            <a:endParaRPr lang="it-IT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it-IT" b="1" noProof="0" dirty="0"/>
              <a:t>Avvio docker compose</a:t>
            </a:r>
            <a:endParaRPr lang="it-IT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docker-compose up</a:t>
            </a:r>
          </a:p>
          <a:p>
            <a:endParaRPr lang="it-IT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0ED12C-B7C0-2315-8701-A5BD2C398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746" y="823090"/>
            <a:ext cx="1486107" cy="40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666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08C19-965C-7BE8-01B1-67715B68B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Redis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93BEDE8-1686-6426-69A3-2E8E888D25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6096541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Redis è un database NoSQL in-memory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 dati vengono salvati principalmente nella RAM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Estremamente veloce rispetto ai database tradizionali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Open source e molto utilizzato nelle architetture moderne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Supporta persistenza su disco opzionale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C5EE82-2BE7-B683-86DF-DA0DC71C031B}"/>
              </a:ext>
            </a:extLst>
          </p:cNvPr>
          <p:cNvSpPr txBox="1"/>
          <p:nvPr/>
        </p:nvSpPr>
        <p:spPr>
          <a:xfrm>
            <a:off x="941294" y="4493579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noProof="0" dirty="0"/>
              <a:t>Key-Value Store</a:t>
            </a:r>
          </a:p>
          <a:p>
            <a:r>
              <a:rPr lang="it-IT" noProof="0" dirty="0"/>
              <a:t>Alte prestazioni</a:t>
            </a:r>
          </a:p>
          <a:p>
            <a:r>
              <a:rPr lang="it-IT" noProof="0" dirty="0"/>
              <a:t>Bassa latenza</a:t>
            </a:r>
          </a:p>
          <a:p>
            <a:r>
              <a:rPr lang="it-IT" noProof="0" dirty="0"/>
              <a:t>Supporto a strutture dati avanzate</a:t>
            </a:r>
          </a:p>
          <a:p>
            <a:r>
              <a:rPr lang="it-IT" noProof="0" dirty="0"/>
              <a:t>Facile integrazione con Python e Docker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7FB5C8-EADA-C81E-4123-6DE247BE79BA}"/>
              </a:ext>
            </a:extLst>
          </p:cNvPr>
          <p:cNvSpPr txBox="1"/>
          <p:nvPr/>
        </p:nvSpPr>
        <p:spPr>
          <a:xfrm>
            <a:off x="7467330" y="1658659"/>
            <a:ext cx="369372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noProof="0" dirty="0"/>
              <a:t>Strutture dati supportate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String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List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Set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Hash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Sorted Set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Stream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8FFAFB-10AB-E6A2-D8D0-FC26B308FBD2}"/>
              </a:ext>
            </a:extLst>
          </p:cNvPr>
          <p:cNvSpPr txBox="1"/>
          <p:nvPr/>
        </p:nvSpPr>
        <p:spPr>
          <a:xfrm>
            <a:off x="7467330" y="3897449"/>
            <a:ext cx="3783376" cy="2333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noProof="0" dirty="0"/>
              <a:t>Utilizzi comuni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Cache applicative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Session management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Queue e messaging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Pub/Sub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Sistemi real-time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Memoria per chatbot e agenti AI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Vector store per RAG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A9FF9DB-E47B-75AD-061D-083E044F4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953" y="498617"/>
            <a:ext cx="3083859" cy="1056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461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B6B44-1D6E-DBE8-9B01-B1983DEE0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Redis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D911A-8902-F101-1D9B-BE1E7163C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noProof="0" dirty="0"/>
              <a:t>docker exec -it redis-stack redis-cli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SET nome "Alessandro"</a:t>
            </a:r>
            <a:br>
              <a:rPr lang="it-IT" noProof="0" dirty="0"/>
            </a:br>
            <a:r>
              <a:rPr lang="it-IT" noProof="0" dirty="0"/>
              <a:t>GET nome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pip install redis</a:t>
            </a:r>
          </a:p>
          <a:p>
            <a:pPr marL="0" indent="0">
              <a:buNone/>
            </a:pPr>
            <a:r>
              <a:rPr lang="it-IT" dirty="0">
                <a:latin typeface="Consolas" panose="020B0609020204030204" pitchFamily="49" charset="0"/>
              </a:rPr>
              <a:t>-&gt; redis_test.py</a:t>
            </a:r>
            <a:endParaRPr lang="it-IT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6373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F321A-3DBB-2CEA-D316-61BA3B8C9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Large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BDDAD-F2BA-5EC9-FC79-760DE859A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it-IT" noProof="0" dirty="0"/>
              <a:t>Un LLM è un modello AI addestrato su enormi quantità di testo.</a:t>
            </a:r>
          </a:p>
          <a:p>
            <a:pPr marL="0" indent="0">
              <a:buNone/>
            </a:pPr>
            <a:r>
              <a:rPr lang="it-IT" noProof="0" dirty="0"/>
              <a:t>Può:</a:t>
            </a:r>
          </a:p>
          <a:p>
            <a:r>
              <a:rPr lang="it-IT" noProof="0" dirty="0"/>
              <a:t>rispondere a domande </a:t>
            </a:r>
          </a:p>
          <a:p>
            <a:r>
              <a:rPr lang="it-IT" noProof="0" dirty="0"/>
              <a:t>generare codice </a:t>
            </a:r>
          </a:p>
          <a:p>
            <a:r>
              <a:rPr lang="it-IT" noProof="0" dirty="0"/>
              <a:t>tradurre testi </a:t>
            </a:r>
          </a:p>
          <a:p>
            <a:r>
              <a:rPr lang="it-IT" noProof="0" dirty="0"/>
              <a:t>riassumere documenti </a:t>
            </a:r>
          </a:p>
          <a:p>
            <a:r>
              <a:rPr lang="it-IT" noProof="0" dirty="0"/>
              <a:t>creare contenuti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Esempi:</a:t>
            </a:r>
          </a:p>
          <a:p>
            <a:r>
              <a:rPr lang="it-IT" noProof="0" dirty="0"/>
              <a:t>ChatGPT </a:t>
            </a:r>
          </a:p>
          <a:p>
            <a:r>
              <a:rPr lang="it-IT" noProof="0" dirty="0"/>
              <a:t>Claude </a:t>
            </a:r>
          </a:p>
          <a:p>
            <a:r>
              <a:rPr lang="it-IT" noProof="0" dirty="0"/>
              <a:t>Gemini </a:t>
            </a:r>
          </a:p>
          <a:p>
            <a:r>
              <a:rPr lang="it-IT" noProof="0" dirty="0"/>
              <a:t>Llama </a:t>
            </a:r>
          </a:p>
          <a:p>
            <a:r>
              <a:rPr lang="it-IT" noProof="0" dirty="0"/>
              <a:t>Mistral</a:t>
            </a:r>
          </a:p>
        </p:txBody>
      </p:sp>
    </p:spTree>
    <p:extLst>
      <p:ext uri="{BB962C8B-B14F-4D97-AF65-F5344CB8AC3E}">
        <p14:creationId xmlns:p14="http://schemas.microsoft.com/office/powerpoint/2010/main" val="36302846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784E-99D4-BC68-3839-781606648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Come funziona un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183A8-9750-5E15-58C0-695064248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694" y="1762872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b="1" noProof="0" dirty="0"/>
              <a:t>Processo semplificato</a:t>
            </a:r>
          </a:p>
          <a:p>
            <a:r>
              <a:rPr lang="it-IT" noProof="0" dirty="0"/>
              <a:t>Input dell’utente </a:t>
            </a:r>
          </a:p>
          <a:p>
            <a:r>
              <a:rPr lang="it-IT" noProof="0" dirty="0"/>
              <a:t>Tokenizzazione </a:t>
            </a:r>
          </a:p>
          <a:p>
            <a:r>
              <a:rPr lang="it-IT" noProof="0" dirty="0"/>
              <a:t>Analisi del contesto </a:t>
            </a:r>
          </a:p>
          <a:p>
            <a:r>
              <a:rPr lang="it-IT" noProof="0" dirty="0"/>
              <a:t>Predizione del token successivo </a:t>
            </a:r>
          </a:p>
          <a:p>
            <a:r>
              <a:rPr lang="it-IT" noProof="0" dirty="0"/>
              <a:t>Generazione risposta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Gli LLM non “pensano”:</a:t>
            </a:r>
            <a:br>
              <a:rPr lang="it-IT" noProof="0" dirty="0"/>
            </a:br>
            <a:r>
              <a:rPr lang="it-IT" noProof="0" dirty="0"/>
              <a:t>predicono il testo più probabile.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671856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28BC5-F348-3B6B-2791-4D799E3D6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Token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C7ED8-D716-F038-5D2A-4A43AC5DBF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it-IT" b="1" noProof="0" dirty="0"/>
              <a:t>Cos’è un token</a:t>
            </a:r>
          </a:p>
          <a:p>
            <a:r>
              <a:rPr lang="it-IT" noProof="0" dirty="0"/>
              <a:t>Un token è una piccola parte di testo.</a:t>
            </a:r>
          </a:p>
          <a:p>
            <a:r>
              <a:rPr lang="it-IT" noProof="0" dirty="0"/>
              <a:t>Esempi:</a:t>
            </a:r>
          </a:p>
          <a:p>
            <a:r>
              <a:rPr lang="it-IT" noProof="0" dirty="0"/>
              <a:t>parola </a:t>
            </a:r>
          </a:p>
          <a:p>
            <a:r>
              <a:rPr lang="it-IT" noProof="0" dirty="0"/>
              <a:t>sillaba </a:t>
            </a:r>
          </a:p>
          <a:p>
            <a:r>
              <a:rPr lang="it-IT" noProof="0" dirty="0"/>
              <a:t>punteggiatura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Frase:</a:t>
            </a:r>
          </a:p>
          <a:p>
            <a:pPr marL="0" indent="0">
              <a:buNone/>
            </a:pPr>
            <a:r>
              <a:rPr lang="it-IT" noProof="0" dirty="0"/>
              <a:t>	Python is awesome</a:t>
            </a:r>
          </a:p>
          <a:p>
            <a:pPr marL="0" indent="0">
              <a:buNone/>
            </a:pPr>
            <a:r>
              <a:rPr lang="it-IT" noProof="0" dirty="0"/>
              <a:t>Possibili token:</a:t>
            </a:r>
          </a:p>
          <a:p>
            <a:pPr marL="0" indent="0">
              <a:buNone/>
            </a:pPr>
            <a:r>
              <a:rPr lang="it-IT" noProof="0" dirty="0"/>
              <a:t>	["Python", " is", " awesome"]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Gli LLM lavorano sui token, non sulle parole complete.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830842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3D46B-7E30-B732-0B5F-6E6809874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Prompt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81AD2-43A0-150D-1ECF-68520D70D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it-IT" noProof="0" dirty="0"/>
              <a:t>Un buon prompt deve essere:</a:t>
            </a:r>
          </a:p>
          <a:p>
            <a:r>
              <a:rPr lang="it-IT" noProof="0" dirty="0"/>
              <a:t>chiaro </a:t>
            </a:r>
          </a:p>
          <a:p>
            <a:r>
              <a:rPr lang="it-IT" noProof="0" dirty="0"/>
              <a:t>specifico </a:t>
            </a:r>
          </a:p>
          <a:p>
            <a:r>
              <a:rPr lang="it-IT" noProof="0" dirty="0"/>
              <a:t>contestualizzato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Esempio debole: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Scrivi codice Python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Esempio migliore: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Scrivi una funzione Python che legga un file CSV usando pandas</a:t>
            </a:r>
          </a:p>
          <a:p>
            <a:pPr marL="0" indent="0">
              <a:buNone/>
            </a:pPr>
            <a:endParaRPr lang="it-IT" b="1" noProof="0" dirty="0"/>
          </a:p>
          <a:p>
            <a:pPr marL="0" indent="0">
              <a:buNone/>
            </a:pPr>
            <a:r>
              <a:rPr lang="it-IT" b="1" noProof="0" dirty="0"/>
              <a:t>Temperature</a:t>
            </a:r>
          </a:p>
          <a:p>
            <a:pPr marL="0" indent="0">
              <a:buNone/>
            </a:pPr>
            <a:r>
              <a:rPr lang="it-IT" noProof="0" dirty="0"/>
              <a:t>Controlla la creatività del modello.</a:t>
            </a:r>
          </a:p>
          <a:p>
            <a:pPr marL="0" indent="0">
              <a:buNone/>
            </a:pPr>
            <a:r>
              <a:rPr lang="it-IT" noProof="0" dirty="0"/>
              <a:t>	0 → risposte precise </a:t>
            </a:r>
          </a:p>
          <a:p>
            <a:pPr marL="0" indent="0">
              <a:buNone/>
            </a:pPr>
            <a:r>
              <a:rPr lang="it-IT" noProof="0" dirty="0"/>
              <a:t>	1 → risposte creative </a:t>
            </a:r>
          </a:p>
          <a:p>
            <a:pPr marL="0" indent="0">
              <a:buNone/>
            </a:pPr>
            <a:r>
              <a:rPr lang="it-IT" b="1" noProof="0" dirty="0"/>
              <a:t>Max Tokens</a:t>
            </a:r>
          </a:p>
          <a:p>
            <a:pPr marL="0" indent="0">
              <a:buNone/>
            </a:pPr>
            <a:r>
              <a:rPr lang="it-IT" noProof="0" dirty="0"/>
              <a:t>Numero massimo di token generati.</a:t>
            </a:r>
          </a:p>
        </p:txBody>
      </p:sp>
    </p:spTree>
    <p:extLst>
      <p:ext uri="{BB962C8B-B14F-4D97-AF65-F5344CB8AC3E}">
        <p14:creationId xmlns:p14="http://schemas.microsoft.com/office/powerpoint/2010/main" val="17623878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16690-8711-B50B-642F-4F8E6A3A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Google AI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61B15-C03E-CCDC-8C51-C50DED6B9A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noProof="0" dirty="0">
                <a:hlinkClick r:id="rId2"/>
              </a:rPr>
              <a:t>https://aistudio.google.com</a:t>
            </a:r>
            <a:endParaRPr lang="it-IT" noProof="0" dirty="0"/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#pip install openai</a:t>
            </a:r>
          </a:p>
          <a:p>
            <a:pPr marL="0" indent="0">
              <a:buNone/>
            </a:pPr>
            <a:r>
              <a:rPr lang="it-IT" noProof="0" dirty="0"/>
              <a:t>#pip install google-generativeai</a:t>
            </a:r>
          </a:p>
          <a:p>
            <a:pPr marL="0" indent="0">
              <a:buNone/>
            </a:pPr>
            <a:r>
              <a:rPr lang="it-IT" noProof="0" dirty="0"/>
              <a:t>#pip install python-dotenv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Creiamo file .ENV</a:t>
            </a:r>
          </a:p>
        </p:txBody>
      </p:sp>
    </p:spTree>
    <p:extLst>
      <p:ext uri="{BB962C8B-B14F-4D97-AF65-F5344CB8AC3E}">
        <p14:creationId xmlns:p14="http://schemas.microsoft.com/office/powerpoint/2010/main" val="39623813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A7FC1-603F-247E-E169-C4B84006A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base_url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F8C49-14E4-1319-670B-183FDA444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# OpenAI</a:t>
            </a:r>
            <a:br>
              <a:rPr lang="it-IT" sz="2000" noProof="0" dirty="0"/>
            </a:br>
            <a:r>
              <a:rPr lang="it-IT" sz="2000" noProof="0" dirty="0"/>
              <a:t>base_url="https://api.openai.com/v1"</a:t>
            </a:r>
            <a:br>
              <a:rPr lang="it-IT" sz="2000" noProof="0" dirty="0"/>
            </a:br>
            <a:br>
              <a:rPr lang="it-IT" sz="2000" noProof="0" dirty="0"/>
            </a:br>
            <a:r>
              <a:rPr lang="it-IT" sz="2000" noProof="0" dirty="0"/>
              <a:t># Groq</a:t>
            </a:r>
            <a:br>
              <a:rPr lang="it-IT" sz="2000" noProof="0" dirty="0"/>
            </a:br>
            <a:r>
              <a:rPr lang="it-IT" sz="2000" noProof="0" dirty="0"/>
              <a:t>base_url="https://api.groq.com/openai/v1"</a:t>
            </a:r>
            <a:br>
              <a:rPr lang="it-IT" sz="2000" noProof="0" dirty="0"/>
            </a:br>
            <a:br>
              <a:rPr lang="it-IT" sz="2000" noProof="0" dirty="0"/>
            </a:br>
            <a:r>
              <a:rPr lang="it-IT" sz="2000" noProof="0" dirty="0"/>
              <a:t># Gemini</a:t>
            </a:r>
            <a:br>
              <a:rPr lang="it-IT" sz="2000" noProof="0" dirty="0"/>
            </a:br>
            <a:r>
              <a:rPr lang="it-IT" sz="2000" noProof="0" dirty="0"/>
              <a:t>base_url="https://generativelanguage.googleapis.com/v1beta/openai/"</a:t>
            </a:r>
            <a:br>
              <a:rPr lang="it-IT" sz="2000" noProof="0" dirty="0"/>
            </a:br>
            <a:br>
              <a:rPr lang="it-IT" sz="2000" noProof="0" dirty="0"/>
            </a:br>
            <a:r>
              <a:rPr lang="it-IT" sz="2000" noProof="0" dirty="0"/>
              <a:t># OpenRouter</a:t>
            </a:r>
            <a:br>
              <a:rPr lang="it-IT" sz="2000" noProof="0" dirty="0"/>
            </a:br>
            <a:r>
              <a:rPr lang="it-IT" sz="2000" noProof="0" dirty="0"/>
              <a:t>base_url="https://openrouter.ai/api/v1"</a:t>
            </a:r>
          </a:p>
        </p:txBody>
      </p:sp>
    </p:spTree>
    <p:extLst>
      <p:ext uri="{BB962C8B-B14F-4D97-AF65-F5344CB8AC3E}">
        <p14:creationId xmlns:p14="http://schemas.microsoft.com/office/powerpoint/2010/main" val="8196594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6EFC1-4D98-4E1E-424D-EC4617223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Limiti degli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A317D-C329-8BC4-940E-A71B869BC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b="1" noProof="0" dirty="0"/>
              <a:t>Problemi principali</a:t>
            </a:r>
          </a:p>
          <a:p>
            <a:r>
              <a:rPr lang="it-IT" noProof="0" dirty="0"/>
              <a:t>informazioni obsolete </a:t>
            </a:r>
          </a:p>
          <a:p>
            <a:r>
              <a:rPr lang="it-IT" noProof="0" dirty="0"/>
              <a:t>allucinazioni </a:t>
            </a:r>
          </a:p>
          <a:p>
            <a:r>
              <a:rPr lang="it-IT" noProof="0" dirty="0"/>
              <a:t>nessuna conoscenza privata </a:t>
            </a:r>
          </a:p>
          <a:p>
            <a:r>
              <a:rPr lang="it-IT" noProof="0" dirty="0"/>
              <a:t>contesto limitato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Soluzione moderna: </a:t>
            </a:r>
            <a:r>
              <a:rPr lang="it-IT" b="1" noProof="0" dirty="0"/>
              <a:t>RAG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9798213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557A1-78A2-A110-34AF-D103054D3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Retrieval Augmented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4F6FC-886D-0373-5BC0-E8B3F269A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76365" cy="4351338"/>
          </a:xfrm>
        </p:spPr>
        <p:txBody>
          <a:bodyPr/>
          <a:lstStyle/>
          <a:p>
            <a:pPr marL="0" indent="0">
              <a:buNone/>
            </a:pPr>
            <a:r>
              <a:rPr lang="it-IT" noProof="0" dirty="0"/>
              <a:t>Un sistema RAG:</a:t>
            </a:r>
          </a:p>
          <a:p>
            <a:r>
              <a:rPr lang="it-IT" noProof="0" dirty="0"/>
              <a:t>cerca informazioni nei documenti </a:t>
            </a:r>
          </a:p>
          <a:p>
            <a:r>
              <a:rPr lang="it-IT" noProof="0" dirty="0"/>
              <a:t>recupera i contenuti rilevanti </a:t>
            </a:r>
          </a:p>
          <a:p>
            <a:r>
              <a:rPr lang="it-IT" noProof="0" dirty="0"/>
              <a:t>invia il contesto all’LLM </a:t>
            </a:r>
          </a:p>
          <a:p>
            <a:r>
              <a:rPr lang="it-IT" noProof="0" dirty="0"/>
              <a:t>genera una risposta accurata</a:t>
            </a:r>
          </a:p>
          <a:p>
            <a:pPr marL="0" indent="0">
              <a:buNone/>
            </a:pPr>
            <a:endParaRPr lang="it-IT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7F676-DA87-6A95-CD01-56C8D9F91E21}"/>
              </a:ext>
            </a:extLst>
          </p:cNvPr>
          <p:cNvSpPr txBox="1"/>
          <p:nvPr/>
        </p:nvSpPr>
        <p:spPr>
          <a:xfrm>
            <a:off x="7942729" y="1804521"/>
            <a:ext cx="323625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noProof="0" dirty="0"/>
              <a:t>Documenti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Embeddings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Vector Database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Ricerca semantica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LLM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Risposta finale</a:t>
            </a:r>
          </a:p>
        </p:txBody>
      </p:sp>
    </p:spTree>
    <p:extLst>
      <p:ext uri="{BB962C8B-B14F-4D97-AF65-F5344CB8AC3E}">
        <p14:creationId xmlns:p14="http://schemas.microsoft.com/office/powerpoint/2010/main" val="1312045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3752E-F4DF-689F-E109-F630FD37D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E979EF-76F4-D971-F4C5-6F556B33E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noProof="0" dirty="0"/>
              <a:t>Gli embeddings trasformano il testo in vettori numerici.</a:t>
            </a:r>
          </a:p>
          <a:p>
            <a:r>
              <a:rPr lang="it-IT" noProof="0" dirty="0"/>
              <a:t>Testi simili → vettori vicini.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Servono per:</a:t>
            </a:r>
          </a:p>
          <a:p>
            <a:r>
              <a:rPr lang="it-IT" noProof="0" dirty="0"/>
              <a:t>ricerca semantica </a:t>
            </a:r>
          </a:p>
          <a:p>
            <a:r>
              <a:rPr lang="it-IT" noProof="0" dirty="0"/>
              <a:t>recommendation </a:t>
            </a:r>
          </a:p>
          <a:p>
            <a:r>
              <a:rPr lang="it-IT" noProof="0" dirty="0"/>
              <a:t>clustering </a:t>
            </a:r>
          </a:p>
          <a:p>
            <a:r>
              <a:rPr lang="it-IT" noProof="0" dirty="0"/>
              <a:t>RAG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pip install sentence-transformers </a:t>
            </a:r>
            <a:r>
              <a:rPr lang="en-US" dirty="0" err="1">
                <a:latin typeface="Consolas" panose="020B0609020204030204" pitchFamily="49" charset="0"/>
              </a:rPr>
              <a:t>numpy</a:t>
            </a:r>
            <a:endParaRPr lang="it-IT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it-IT" noProof="0" dirty="0"/>
              <a:t>Lanciamo rag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77BBD0-D57B-6F29-A24E-1B9FDB39AE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3638" y="2146125"/>
            <a:ext cx="4086795" cy="393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5852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ACDF2-FA74-5FF8-E0A3-484C44089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Context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E8612-A405-5581-58B7-0F767C660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it-IT" dirty="0"/>
              <a:t>MCP è un protocollo che permette agli LLM di usare strumenti esterni.</a:t>
            </a:r>
          </a:p>
          <a:p>
            <a:pPr marL="0" indent="0">
              <a:buNone/>
            </a:pPr>
            <a:r>
              <a:rPr lang="it-IT" dirty="0"/>
              <a:t>Un modello AI può:</a:t>
            </a:r>
          </a:p>
          <a:p>
            <a:r>
              <a:rPr lang="it-IT" dirty="0"/>
              <a:t>leggere file </a:t>
            </a:r>
          </a:p>
          <a:p>
            <a:r>
              <a:rPr lang="it-IT" dirty="0"/>
              <a:t>interrogare database </a:t>
            </a:r>
          </a:p>
          <a:p>
            <a:r>
              <a:rPr lang="it-IT" dirty="0"/>
              <a:t>usare API </a:t>
            </a:r>
          </a:p>
          <a:p>
            <a:r>
              <a:rPr lang="it-IT" dirty="0"/>
              <a:t>eseguire funzioni Python </a:t>
            </a:r>
          </a:p>
          <a:p>
            <a:r>
              <a:rPr lang="it-IT" dirty="0"/>
              <a:t>accedere a servizi esterni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it-IT" dirty="0"/>
              <a:t>Trasformare un LLM da:</a:t>
            </a:r>
          </a:p>
          <a:p>
            <a:pPr marL="0" indent="0">
              <a:buNone/>
            </a:pPr>
            <a:r>
              <a:rPr lang="it-IT" dirty="0"/>
              <a:t>solo chat</a:t>
            </a:r>
          </a:p>
          <a:p>
            <a:pPr marL="0" indent="0">
              <a:buNone/>
            </a:pPr>
            <a:r>
              <a:rPr lang="it-IT" dirty="0"/>
              <a:t>a:</a:t>
            </a:r>
          </a:p>
          <a:p>
            <a:pPr marL="0" indent="0">
              <a:buNone/>
            </a:pPr>
            <a:r>
              <a:rPr lang="it-IT" dirty="0"/>
              <a:t>AI Agent con strumenti reali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2052" name="Picture 4" descr="Model Context Protocol (MCP): approfondimenti sui rischi e sui controlli di  sicurezza">
            <a:extLst>
              <a:ext uri="{FF2B5EF4-FFF2-40B4-BE49-F238E27FC236}">
                <a16:creationId xmlns:a16="http://schemas.microsoft.com/office/drawing/2014/main" id="{F689ADB7-1E93-06EA-80C1-53BF37ECF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5128" y="2451847"/>
            <a:ext cx="5716016" cy="3500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46821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9AEDB-CF15-CAB4-AF91-DFD751367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62C15-8ECF-0E7E-9668-FABD03F52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Context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6ABF3-7277-B9F7-DE38-C760E051C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9000"/>
            <a:ext cx="4540624" cy="2665693"/>
          </a:xfrm>
        </p:spPr>
        <p:txBody>
          <a:bodyPr>
            <a:normAutofit/>
          </a:bodyPr>
          <a:lstStyle/>
          <a:p>
            <a:r>
              <a:rPr lang="it-IT" sz="2000" b="1" dirty="0"/>
              <a:t>MCP Client</a:t>
            </a:r>
          </a:p>
          <a:p>
            <a:pPr marL="0" indent="0">
              <a:buNone/>
            </a:pPr>
            <a:r>
              <a:rPr lang="it-IT" sz="2000" dirty="0"/>
              <a:t>Gestisce la comunicazione con il modello.</a:t>
            </a:r>
          </a:p>
          <a:p>
            <a:r>
              <a:rPr lang="it-IT" sz="2000" b="1" dirty="0"/>
              <a:t>MCP Server</a:t>
            </a:r>
          </a:p>
          <a:p>
            <a:pPr marL="0" indent="0">
              <a:buNone/>
            </a:pPr>
            <a:r>
              <a:rPr lang="it-IT" sz="2000" dirty="0"/>
              <a:t>Espone strumenti utilizzabili.</a:t>
            </a:r>
          </a:p>
          <a:p>
            <a:r>
              <a:rPr lang="it-IT" sz="2000" b="1" dirty="0"/>
              <a:t>Tools</a:t>
            </a:r>
          </a:p>
          <a:p>
            <a:pPr marL="0" indent="0">
              <a:buNone/>
            </a:pPr>
            <a:r>
              <a:rPr lang="it-IT" sz="2000" dirty="0"/>
              <a:t>Funzioni richiamabili dall’AI.</a:t>
            </a:r>
          </a:p>
        </p:txBody>
      </p:sp>
      <p:pic>
        <p:nvPicPr>
          <p:cNvPr id="2052" name="Picture 4" descr="Model Context Protocol (MCP): approfondimenti sui rischi e sui controlli di  sicurezza">
            <a:extLst>
              <a:ext uri="{FF2B5EF4-FFF2-40B4-BE49-F238E27FC236}">
                <a16:creationId xmlns:a16="http://schemas.microsoft.com/office/drawing/2014/main" id="{98BF1D37-5020-0E2E-FC1F-A83473DAAD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5128" y="2451847"/>
            <a:ext cx="5716016" cy="3500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55481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ED3E2-FACD-1DC4-BDAB-317ECAE6A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Context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35E16E-8E7A-D6A2-8F11-42EA5B125A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2888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1800" dirty="0"/>
              <a:t>L’LLM può ora:</a:t>
            </a:r>
          </a:p>
          <a:p>
            <a:r>
              <a:rPr lang="it-IT" sz="1800" dirty="0"/>
              <a:t>vedere i tool disponibili </a:t>
            </a:r>
          </a:p>
          <a:p>
            <a:r>
              <a:rPr lang="it-IT" sz="1800" dirty="0"/>
              <a:t>scegliere quale tool usare </a:t>
            </a:r>
          </a:p>
          <a:p>
            <a:r>
              <a:rPr lang="it-IT" sz="1800" dirty="0"/>
              <a:t>eseguire la funzione </a:t>
            </a:r>
          </a:p>
          <a:p>
            <a:r>
              <a:rPr lang="it-IT" sz="1800" dirty="0"/>
              <a:t>usare il risultato nella risposta</a:t>
            </a:r>
          </a:p>
          <a:p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0E9F45-3FF3-8E0B-4821-1C70DA63D422}"/>
              </a:ext>
            </a:extLst>
          </p:cNvPr>
          <p:cNvSpPr txBox="1"/>
          <p:nvPr/>
        </p:nvSpPr>
        <p:spPr>
          <a:xfrm>
            <a:off x="6624918" y="1825625"/>
            <a:ext cx="3953436" cy="337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/>
              <a:t>Tool </a:t>
            </a:r>
            <a:r>
              <a:rPr lang="en-US" b="1" dirty="0" err="1"/>
              <a:t>possibili</a:t>
            </a:r>
            <a:endParaRPr lang="en-US" b="1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filesystem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database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web search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email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calendar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RAG search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terminal commands</a:t>
            </a:r>
          </a:p>
        </p:txBody>
      </p:sp>
    </p:spTree>
    <p:extLst>
      <p:ext uri="{BB962C8B-B14F-4D97-AF65-F5344CB8AC3E}">
        <p14:creationId xmlns:p14="http://schemas.microsoft.com/office/powerpoint/2010/main" val="6425284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55D3D-6977-DE17-1CBD-7335022F1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Context Protocol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5D1B1F-E92D-7266-3106-5ABA8C4F40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612" y="2143312"/>
            <a:ext cx="6861175" cy="398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1538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B3AD2-6E69-AE17-914D-6C2AA9E62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Grazie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DC867-5ED3-70E2-1474-E948A29DF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sz="1800" b="1" dirty="0"/>
              <a:t>Alessandro Di Piazza</a:t>
            </a:r>
          </a:p>
          <a:p>
            <a:pPr marL="0" indent="0">
              <a:buNone/>
            </a:pPr>
            <a:r>
              <a:rPr lang="it-IT" sz="1200" b="1" dirty="0"/>
              <a:t>          </a:t>
            </a:r>
            <a:r>
              <a:rPr lang="it-IT" sz="1200" b="1" dirty="0">
                <a:hlinkClick r:id="rId2"/>
              </a:rPr>
              <a:t>https://www.linkedin.com/in/alessandrodipiazza/</a:t>
            </a:r>
            <a:endParaRPr lang="it-IT" sz="1200" b="1" dirty="0"/>
          </a:p>
          <a:p>
            <a:pPr marL="0" indent="0">
              <a:buNone/>
            </a:pPr>
            <a:r>
              <a:rPr lang="it-IT" sz="1200" b="1" dirty="0"/>
              <a:t>alessandro.dipiazza@gmail.com</a:t>
            </a:r>
          </a:p>
          <a:p>
            <a:pPr marL="0" indent="0">
              <a:buNone/>
            </a:pPr>
            <a:r>
              <a:rPr lang="it-IT" sz="1200" dirty="0">
                <a:hlinkClick r:id="rId3"/>
              </a:rPr>
              <a:t>https://github.com/dipialx/Corso-Python</a:t>
            </a:r>
            <a:endParaRPr lang="it-IT" sz="1200" dirty="0"/>
          </a:p>
          <a:p>
            <a:pPr marL="0" indent="0">
              <a:buNone/>
            </a:pPr>
            <a:endParaRPr lang="it-IT" sz="1200" dirty="0"/>
          </a:p>
          <a:p>
            <a:pPr marL="0" indent="0">
              <a:buNone/>
            </a:pPr>
            <a:endParaRPr lang="it-IT" sz="1200" b="1" dirty="0"/>
          </a:p>
          <a:p>
            <a:endParaRPr lang="en-US" sz="1200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61BF8BCE-E974-3538-EEFA-8863FDCDA4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196" y="2195549"/>
            <a:ext cx="354301" cy="28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D5CF95-D72A-D29D-65D2-7DFED22061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8325" y="1690688"/>
            <a:ext cx="3029373" cy="302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04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1421</TotalTime>
  <Words>820</Words>
  <Application>Microsoft Office PowerPoint</Application>
  <PresentationFormat>Widescreen</PresentationFormat>
  <Paragraphs>228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Consolas</vt:lpstr>
      <vt:lpstr>Office Theme</vt:lpstr>
      <vt:lpstr>Corso Python</vt:lpstr>
      <vt:lpstr>Docker</vt:lpstr>
      <vt:lpstr>Virtual Machine vs Container</vt:lpstr>
      <vt:lpstr>Installiamo docker desktop</vt:lpstr>
      <vt:lpstr>Dockerfile</vt:lpstr>
      <vt:lpstr>docker-compose.yml</vt:lpstr>
      <vt:lpstr>Comandi docker oppure Portainer</vt:lpstr>
      <vt:lpstr>Redis</vt:lpstr>
      <vt:lpstr>Redis</vt:lpstr>
      <vt:lpstr>Large Language Model</vt:lpstr>
      <vt:lpstr>Come funziona un LLM</vt:lpstr>
      <vt:lpstr>Token</vt:lpstr>
      <vt:lpstr>Prompt Engineering</vt:lpstr>
      <vt:lpstr>Google AI Studio</vt:lpstr>
      <vt:lpstr>base_url</vt:lpstr>
      <vt:lpstr>Limiti degli LLM</vt:lpstr>
      <vt:lpstr>Retrieval Augmented Generation</vt:lpstr>
      <vt:lpstr>Embeddings</vt:lpstr>
      <vt:lpstr>Model Context Protocol</vt:lpstr>
      <vt:lpstr>Model Context Protocol</vt:lpstr>
      <vt:lpstr>Model Context Protocol</vt:lpstr>
      <vt:lpstr>Model Context Protocol</vt:lpstr>
      <vt:lpstr>Grazie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1</cp:revision>
  <dcterms:created xsi:type="dcterms:W3CDTF">2026-05-21T11:36:00Z</dcterms:created>
  <dcterms:modified xsi:type="dcterms:W3CDTF">2026-05-27T16:44:50Z</dcterms:modified>
</cp:coreProperties>
</file>