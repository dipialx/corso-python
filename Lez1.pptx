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Di Piazza" userId="242384fd-1746-4b70-8d90-c83f4330e5ed" providerId="ADAL" clId="{FFF1DA74-BEAE-470B-8D8A-B7A1F3E1BF85}"/>
    <pc:docChg chg="undo custSel addSld delSld modSld sldOrd">
      <pc:chgData name="Alessandro Di Piazza" userId="242384fd-1746-4b70-8d90-c83f4330e5ed" providerId="ADAL" clId="{FFF1DA74-BEAE-470B-8D8A-B7A1F3E1BF85}" dt="2026-05-25T08:51:02.642" v="1166" actId="2696"/>
      <pc:docMkLst>
        <pc:docMk/>
      </pc:docMkLst>
      <pc:sldChg chg="addSp modSp new mod">
        <pc:chgData name="Alessandro Di Piazza" userId="242384fd-1746-4b70-8d90-c83f4330e5ed" providerId="ADAL" clId="{FFF1DA74-BEAE-470B-8D8A-B7A1F3E1BF85}" dt="2026-05-21T14:25:33.389" v="680" actId="20577"/>
        <pc:sldMkLst>
          <pc:docMk/>
          <pc:sldMk cId="722898410" sldId="256"/>
        </pc:sldMkLst>
        <pc:spChg chg="mod">
          <ac:chgData name="Alessandro Di Piazza" userId="242384fd-1746-4b70-8d90-c83f4330e5ed" providerId="ADAL" clId="{FFF1DA74-BEAE-470B-8D8A-B7A1F3E1BF85}" dt="2026-05-21T11:36:05.065" v="14" actId="20577"/>
          <ac:spMkLst>
            <pc:docMk/>
            <pc:sldMk cId="722898410" sldId="256"/>
            <ac:spMk id="2" creationId="{4E3C584C-96BD-124F-ABCA-AB9CF6FE152A}"/>
          </ac:spMkLst>
        </pc:spChg>
        <pc:spChg chg="mod">
          <ac:chgData name="Alessandro Di Piazza" userId="242384fd-1746-4b70-8d90-c83f4330e5ed" providerId="ADAL" clId="{FFF1DA74-BEAE-470B-8D8A-B7A1F3E1BF85}" dt="2026-05-21T14:25:33.389" v="680" actId="20577"/>
          <ac:spMkLst>
            <pc:docMk/>
            <pc:sldMk cId="722898410" sldId="256"/>
            <ac:spMk id="3" creationId="{A56E327D-758D-40CC-C224-A718EBB6EEC8}"/>
          </ac:spMkLst>
        </pc:spChg>
        <pc:picChg chg="add mod">
          <ac:chgData name="Alessandro Di Piazza" userId="242384fd-1746-4b70-8d90-c83f4330e5ed" providerId="ADAL" clId="{FFF1DA74-BEAE-470B-8D8A-B7A1F3E1BF85}" dt="2026-05-21T11:37:19.057" v="64" actId="1076"/>
          <ac:picMkLst>
            <pc:docMk/>
            <pc:sldMk cId="722898410" sldId="256"/>
            <ac:picMk id="1026" creationId="{87D3EFB6-5019-A5A0-925E-B94D9D24BA4A}"/>
          </ac:picMkLst>
        </pc:picChg>
      </pc:sldChg>
      <pc:sldChg chg="addSp modSp new mod">
        <pc:chgData name="Alessandro Di Piazza" userId="242384fd-1746-4b70-8d90-c83f4330e5ed" providerId="ADAL" clId="{FFF1DA74-BEAE-470B-8D8A-B7A1F3E1BF85}" dt="2026-05-22T11:03:21.992" v="1165" actId="20577"/>
        <pc:sldMkLst>
          <pc:docMk/>
          <pc:sldMk cId="2312129349" sldId="257"/>
        </pc:sldMkLst>
        <pc:spChg chg="mod">
          <ac:chgData name="Alessandro Di Piazza" userId="242384fd-1746-4b70-8d90-c83f4330e5ed" providerId="ADAL" clId="{FFF1DA74-BEAE-470B-8D8A-B7A1F3E1BF85}" dt="2026-05-21T11:42:56.374" v="204" actId="14100"/>
          <ac:spMkLst>
            <pc:docMk/>
            <pc:sldMk cId="2312129349" sldId="257"/>
            <ac:spMk id="2" creationId="{CBD55CF8-154F-3CC8-B248-7AC58219C3A5}"/>
          </ac:spMkLst>
        </pc:spChg>
        <pc:spChg chg="mod">
          <ac:chgData name="Alessandro Di Piazza" userId="242384fd-1746-4b70-8d90-c83f4330e5ed" providerId="ADAL" clId="{FFF1DA74-BEAE-470B-8D8A-B7A1F3E1BF85}" dt="2026-05-22T11:03:21.992" v="1165" actId="20577"/>
          <ac:spMkLst>
            <pc:docMk/>
            <pc:sldMk cId="2312129349" sldId="257"/>
            <ac:spMk id="3" creationId="{BF9CDD40-1257-9380-35AA-7E7C19018596}"/>
          </ac:spMkLst>
        </pc:spChg>
        <pc:spChg chg="add mod">
          <ac:chgData name="Alessandro Di Piazza" userId="242384fd-1746-4b70-8d90-c83f4330e5ed" providerId="ADAL" clId="{FFF1DA74-BEAE-470B-8D8A-B7A1F3E1BF85}" dt="2026-05-21T11:45:33.398" v="263" actId="20577"/>
          <ac:spMkLst>
            <pc:docMk/>
            <pc:sldMk cId="2312129349" sldId="257"/>
            <ac:spMk id="5" creationId="{5D022554-E8B6-AC76-51F9-AB2D1F9C2AAA}"/>
          </ac:spMkLst>
        </pc:spChg>
        <pc:spChg chg="add mod">
          <ac:chgData name="Alessandro Di Piazza" userId="242384fd-1746-4b70-8d90-c83f4330e5ed" providerId="ADAL" clId="{FFF1DA74-BEAE-470B-8D8A-B7A1F3E1BF85}" dt="2026-05-21T11:45:51.760" v="288" actId="113"/>
          <ac:spMkLst>
            <pc:docMk/>
            <pc:sldMk cId="2312129349" sldId="257"/>
            <ac:spMk id="7" creationId="{E5918D81-A9F2-1EB5-1398-5BEC636C5E35}"/>
          </ac:spMkLst>
        </pc:spChg>
        <pc:spChg chg="add mod">
          <ac:chgData name="Alessandro Di Piazza" userId="242384fd-1746-4b70-8d90-c83f4330e5ed" providerId="ADAL" clId="{FFF1DA74-BEAE-470B-8D8A-B7A1F3E1BF85}" dt="2026-05-21T11:44:40.032" v="245" actId="1076"/>
          <ac:spMkLst>
            <pc:docMk/>
            <pc:sldMk cId="2312129349" sldId="257"/>
            <ac:spMk id="9" creationId="{D02EC257-B274-61A0-8C52-159AA4B8BBF4}"/>
          </ac:spMkLst>
        </pc:spChg>
        <pc:picChg chg="add mod">
          <ac:chgData name="Alessandro Di Piazza" userId="242384fd-1746-4b70-8d90-c83f4330e5ed" providerId="ADAL" clId="{FFF1DA74-BEAE-470B-8D8A-B7A1F3E1BF85}" dt="2026-05-21T11:45:11.025" v="259" actId="1076"/>
          <ac:picMkLst>
            <pc:docMk/>
            <pc:sldMk cId="2312129349" sldId="257"/>
            <ac:picMk id="2050" creationId="{4FBB9CE7-41BE-DF9D-CDEA-4A1B6C2B83A1}"/>
          </ac:picMkLst>
        </pc:picChg>
        <pc:picChg chg="add mod">
          <ac:chgData name="Alessandro Di Piazza" userId="242384fd-1746-4b70-8d90-c83f4330e5ed" providerId="ADAL" clId="{FFF1DA74-BEAE-470B-8D8A-B7A1F3E1BF85}" dt="2026-05-21T11:45:06.009" v="258" actId="1036"/>
          <ac:picMkLst>
            <pc:docMk/>
            <pc:sldMk cId="2312129349" sldId="257"/>
            <ac:picMk id="2052" creationId="{F0BE105D-7EDB-FA0D-EBE4-3A9CB39A52FF}"/>
          </ac:picMkLst>
        </pc:picChg>
      </pc:sldChg>
      <pc:sldChg chg="modSp new mod">
        <pc:chgData name="Alessandro Di Piazza" userId="242384fd-1746-4b70-8d90-c83f4330e5ed" providerId="ADAL" clId="{FFF1DA74-BEAE-470B-8D8A-B7A1F3E1BF85}" dt="2026-05-21T11:38:41.129" v="103" actId="5793"/>
        <pc:sldMkLst>
          <pc:docMk/>
          <pc:sldMk cId="3268373739" sldId="258"/>
        </pc:sldMkLst>
        <pc:spChg chg="mod">
          <ac:chgData name="Alessandro Di Piazza" userId="242384fd-1746-4b70-8d90-c83f4330e5ed" providerId="ADAL" clId="{FFF1DA74-BEAE-470B-8D8A-B7A1F3E1BF85}" dt="2026-05-21T11:38:30.152" v="101" actId="20577"/>
          <ac:spMkLst>
            <pc:docMk/>
            <pc:sldMk cId="3268373739" sldId="258"/>
            <ac:spMk id="2" creationId="{44629173-9042-9400-45DD-B3D8D127F41E}"/>
          </ac:spMkLst>
        </pc:spChg>
        <pc:spChg chg="mod">
          <ac:chgData name="Alessandro Di Piazza" userId="242384fd-1746-4b70-8d90-c83f4330e5ed" providerId="ADAL" clId="{FFF1DA74-BEAE-470B-8D8A-B7A1F3E1BF85}" dt="2026-05-21T11:38:41.129" v="103" actId="5793"/>
          <ac:spMkLst>
            <pc:docMk/>
            <pc:sldMk cId="3268373739" sldId="258"/>
            <ac:spMk id="3" creationId="{DEF122D0-ACC3-F854-82D8-094AA4F5ED77}"/>
          </ac:spMkLst>
        </pc:spChg>
      </pc:sldChg>
      <pc:sldChg chg="modSp new mod">
        <pc:chgData name="Alessandro Di Piazza" userId="242384fd-1746-4b70-8d90-c83f4330e5ed" providerId="ADAL" clId="{FFF1DA74-BEAE-470B-8D8A-B7A1F3E1BF85}" dt="2026-05-22T08:19:09.506" v="788" actId="20577"/>
        <pc:sldMkLst>
          <pc:docMk/>
          <pc:sldMk cId="4204095062" sldId="259"/>
        </pc:sldMkLst>
        <pc:spChg chg="mod">
          <ac:chgData name="Alessandro Di Piazza" userId="242384fd-1746-4b70-8d90-c83f4330e5ed" providerId="ADAL" clId="{FFF1DA74-BEAE-470B-8D8A-B7A1F3E1BF85}" dt="2026-05-21T11:46:05.493" v="296" actId="20577"/>
          <ac:spMkLst>
            <pc:docMk/>
            <pc:sldMk cId="4204095062" sldId="259"/>
            <ac:spMk id="2" creationId="{B4746073-8DF7-B13A-7BA9-D97417CFBD74}"/>
          </ac:spMkLst>
        </pc:spChg>
        <pc:spChg chg="mod">
          <ac:chgData name="Alessandro Di Piazza" userId="242384fd-1746-4b70-8d90-c83f4330e5ed" providerId="ADAL" clId="{FFF1DA74-BEAE-470B-8D8A-B7A1F3E1BF85}" dt="2026-05-22T08:19:09.506" v="788" actId="20577"/>
          <ac:spMkLst>
            <pc:docMk/>
            <pc:sldMk cId="4204095062" sldId="259"/>
            <ac:spMk id="3" creationId="{363947F5-9E53-05CE-3B3A-1DA1C24E596A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1T12:01:47.023" v="315" actId="1076"/>
        <pc:sldMkLst>
          <pc:docMk/>
          <pc:sldMk cId="3624749337" sldId="260"/>
        </pc:sldMkLst>
        <pc:spChg chg="mod">
          <ac:chgData name="Alessandro Di Piazza" userId="242384fd-1746-4b70-8d90-c83f4330e5ed" providerId="ADAL" clId="{FFF1DA74-BEAE-470B-8D8A-B7A1F3E1BF85}" dt="2026-05-21T12:00:48.089" v="299"/>
          <ac:spMkLst>
            <pc:docMk/>
            <pc:sldMk cId="3624749337" sldId="260"/>
            <ac:spMk id="2" creationId="{841E497C-CF8F-055A-C79A-84DC06DCBCAF}"/>
          </ac:spMkLst>
        </pc:spChg>
        <pc:spChg chg="add mod">
          <ac:chgData name="Alessandro Di Piazza" userId="242384fd-1746-4b70-8d90-c83f4330e5ed" providerId="ADAL" clId="{FFF1DA74-BEAE-470B-8D8A-B7A1F3E1BF85}" dt="2026-05-21T12:01:20.725" v="310" actId="1076"/>
          <ac:spMkLst>
            <pc:docMk/>
            <pc:sldMk cId="3624749337" sldId="260"/>
            <ac:spMk id="4" creationId="{54B7BDAC-0596-7A1E-7CC3-C38BC97B0CB5}"/>
          </ac:spMkLst>
        </pc:spChg>
        <pc:spChg chg="add mod">
          <ac:chgData name="Alessandro Di Piazza" userId="242384fd-1746-4b70-8d90-c83f4330e5ed" providerId="ADAL" clId="{FFF1DA74-BEAE-470B-8D8A-B7A1F3E1BF85}" dt="2026-05-21T12:01:24.207" v="311" actId="1076"/>
          <ac:spMkLst>
            <pc:docMk/>
            <pc:sldMk cId="3624749337" sldId="260"/>
            <ac:spMk id="6" creationId="{A9A3B845-6E72-5E9B-1AFC-A6862A014014}"/>
          </ac:spMkLst>
        </pc:spChg>
        <pc:picChg chg="add mod">
          <ac:chgData name="Alessandro Di Piazza" userId="242384fd-1746-4b70-8d90-c83f4330e5ed" providerId="ADAL" clId="{FFF1DA74-BEAE-470B-8D8A-B7A1F3E1BF85}" dt="2026-05-21T12:01:47.023" v="315" actId="1076"/>
          <ac:picMkLst>
            <pc:docMk/>
            <pc:sldMk cId="3624749337" sldId="260"/>
            <ac:picMk id="7" creationId="{710606DB-4231-4FBB-90C4-9B890D3EEE33}"/>
          </ac:picMkLst>
        </pc:picChg>
      </pc:sldChg>
      <pc:sldChg chg="modSp new mod">
        <pc:chgData name="Alessandro Di Piazza" userId="242384fd-1746-4b70-8d90-c83f4330e5ed" providerId="ADAL" clId="{FFF1DA74-BEAE-470B-8D8A-B7A1F3E1BF85}" dt="2026-05-21T12:02:33.019" v="323" actId="113"/>
        <pc:sldMkLst>
          <pc:docMk/>
          <pc:sldMk cId="1192458173" sldId="261"/>
        </pc:sldMkLst>
        <pc:spChg chg="mod">
          <ac:chgData name="Alessandro Di Piazza" userId="242384fd-1746-4b70-8d90-c83f4330e5ed" providerId="ADAL" clId="{FFF1DA74-BEAE-470B-8D8A-B7A1F3E1BF85}" dt="2026-05-21T12:02:33.019" v="323" actId="113"/>
          <ac:spMkLst>
            <pc:docMk/>
            <pc:sldMk cId="1192458173" sldId="261"/>
            <ac:spMk id="2" creationId="{D6BF8DB5-C02D-30B3-20FE-65036D1F6C5F}"/>
          </ac:spMkLst>
        </pc:spChg>
        <pc:spChg chg="mod">
          <ac:chgData name="Alessandro Di Piazza" userId="242384fd-1746-4b70-8d90-c83f4330e5ed" providerId="ADAL" clId="{FFF1DA74-BEAE-470B-8D8A-B7A1F3E1BF85}" dt="2026-05-21T12:02:17.219" v="320" actId="27636"/>
          <ac:spMkLst>
            <pc:docMk/>
            <pc:sldMk cId="1192458173" sldId="261"/>
            <ac:spMk id="3" creationId="{A20A9B33-C392-260F-C555-2DA16EDED220}"/>
          </ac:spMkLst>
        </pc:spChg>
      </pc:sldChg>
      <pc:sldChg chg="modSp new mod">
        <pc:chgData name="Alessandro Di Piazza" userId="242384fd-1746-4b70-8d90-c83f4330e5ed" providerId="ADAL" clId="{FFF1DA74-BEAE-470B-8D8A-B7A1F3E1BF85}" dt="2026-05-21T12:03:36.915" v="334" actId="2711"/>
        <pc:sldMkLst>
          <pc:docMk/>
          <pc:sldMk cId="2124150076" sldId="262"/>
        </pc:sldMkLst>
        <pc:spChg chg="mod">
          <ac:chgData name="Alessandro Di Piazza" userId="242384fd-1746-4b70-8d90-c83f4330e5ed" providerId="ADAL" clId="{FFF1DA74-BEAE-470B-8D8A-B7A1F3E1BF85}" dt="2026-05-21T12:02:53.007" v="325"/>
          <ac:spMkLst>
            <pc:docMk/>
            <pc:sldMk cId="2124150076" sldId="262"/>
            <ac:spMk id="2" creationId="{D4DC3E68-0A24-3FC3-F638-57A2CBED74A5}"/>
          </ac:spMkLst>
        </pc:spChg>
        <pc:spChg chg="mod">
          <ac:chgData name="Alessandro Di Piazza" userId="242384fd-1746-4b70-8d90-c83f4330e5ed" providerId="ADAL" clId="{FFF1DA74-BEAE-470B-8D8A-B7A1F3E1BF85}" dt="2026-05-21T12:03:36.915" v="334" actId="2711"/>
          <ac:spMkLst>
            <pc:docMk/>
            <pc:sldMk cId="2124150076" sldId="262"/>
            <ac:spMk id="3" creationId="{3CBD2575-A237-5F38-F1E2-A0C46DA688FC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1T12:06:03.890" v="340" actId="403"/>
        <pc:sldMkLst>
          <pc:docMk/>
          <pc:sldMk cId="2620022595" sldId="263"/>
        </pc:sldMkLst>
        <pc:spChg chg="mod">
          <ac:chgData name="Alessandro Di Piazza" userId="242384fd-1746-4b70-8d90-c83f4330e5ed" providerId="ADAL" clId="{FFF1DA74-BEAE-470B-8D8A-B7A1F3E1BF85}" dt="2026-05-21T12:03:57.971" v="336"/>
          <ac:spMkLst>
            <pc:docMk/>
            <pc:sldMk cId="2620022595" sldId="263"/>
            <ac:spMk id="2" creationId="{EC34D8DA-06E7-95A3-7E97-34A31BE78B96}"/>
          </ac:spMkLst>
        </pc:spChg>
        <pc:spChg chg="add mod">
          <ac:chgData name="Alessandro Di Piazza" userId="242384fd-1746-4b70-8d90-c83f4330e5ed" providerId="ADAL" clId="{FFF1DA74-BEAE-470B-8D8A-B7A1F3E1BF85}" dt="2026-05-21T12:06:03.890" v="340" actId="403"/>
          <ac:spMkLst>
            <pc:docMk/>
            <pc:sldMk cId="2620022595" sldId="263"/>
            <ac:spMk id="4" creationId="{6D038DC0-0622-AF2C-84E9-DCD4D31D2ABB}"/>
          </ac:spMkLst>
        </pc:spChg>
      </pc:sldChg>
      <pc:sldChg chg="modSp new mod">
        <pc:chgData name="Alessandro Di Piazza" userId="242384fd-1746-4b70-8d90-c83f4330e5ed" providerId="ADAL" clId="{FFF1DA74-BEAE-470B-8D8A-B7A1F3E1BF85}" dt="2026-05-21T12:06:24.773" v="348" actId="27636"/>
        <pc:sldMkLst>
          <pc:docMk/>
          <pc:sldMk cId="3985777224" sldId="264"/>
        </pc:sldMkLst>
        <pc:spChg chg="mod">
          <ac:chgData name="Alessandro Di Piazza" userId="242384fd-1746-4b70-8d90-c83f4330e5ed" providerId="ADAL" clId="{FFF1DA74-BEAE-470B-8D8A-B7A1F3E1BF85}" dt="2026-05-21T12:06:13.318" v="342"/>
          <ac:spMkLst>
            <pc:docMk/>
            <pc:sldMk cId="3985777224" sldId="264"/>
            <ac:spMk id="2" creationId="{81714371-2678-0E60-02CB-8C3DE84CD5AE}"/>
          </ac:spMkLst>
        </pc:spChg>
        <pc:spChg chg="mod">
          <ac:chgData name="Alessandro Di Piazza" userId="242384fd-1746-4b70-8d90-c83f4330e5ed" providerId="ADAL" clId="{FFF1DA74-BEAE-470B-8D8A-B7A1F3E1BF85}" dt="2026-05-21T12:06:24.773" v="348" actId="27636"/>
          <ac:spMkLst>
            <pc:docMk/>
            <pc:sldMk cId="3985777224" sldId="264"/>
            <ac:spMk id="3" creationId="{4BC96A05-892C-C861-429C-CDF352FD9032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1T12:06:55.170" v="356" actId="404"/>
        <pc:sldMkLst>
          <pc:docMk/>
          <pc:sldMk cId="3837398240" sldId="265"/>
        </pc:sldMkLst>
        <pc:spChg chg="mod">
          <ac:chgData name="Alessandro Di Piazza" userId="242384fd-1746-4b70-8d90-c83f4330e5ed" providerId="ADAL" clId="{FFF1DA74-BEAE-470B-8D8A-B7A1F3E1BF85}" dt="2026-05-21T12:06:30.820" v="350"/>
          <ac:spMkLst>
            <pc:docMk/>
            <pc:sldMk cId="3837398240" sldId="265"/>
            <ac:spMk id="2" creationId="{BCC7E32D-2BDD-374D-4995-B2C0FE637DFA}"/>
          </ac:spMkLst>
        </pc:spChg>
        <pc:spChg chg="add mod">
          <ac:chgData name="Alessandro Di Piazza" userId="242384fd-1746-4b70-8d90-c83f4330e5ed" providerId="ADAL" clId="{FFF1DA74-BEAE-470B-8D8A-B7A1F3E1BF85}" dt="2026-05-21T12:06:55.170" v="356" actId="404"/>
          <ac:spMkLst>
            <pc:docMk/>
            <pc:sldMk cId="3837398240" sldId="265"/>
            <ac:spMk id="4" creationId="{BFA82DB9-E35A-7F91-9EAF-8510DE2BEFC4}"/>
          </ac:spMkLst>
        </pc:spChg>
      </pc:sldChg>
      <pc:sldChg chg="modSp new mod">
        <pc:chgData name="Alessandro Di Piazza" userId="242384fd-1746-4b70-8d90-c83f4330e5ed" providerId="ADAL" clId="{FFF1DA74-BEAE-470B-8D8A-B7A1F3E1BF85}" dt="2026-05-22T09:18:17.594" v="1107" actId="6549"/>
        <pc:sldMkLst>
          <pc:docMk/>
          <pc:sldMk cId="3355297426" sldId="266"/>
        </pc:sldMkLst>
        <pc:spChg chg="mod">
          <ac:chgData name="Alessandro Di Piazza" userId="242384fd-1746-4b70-8d90-c83f4330e5ed" providerId="ADAL" clId="{FFF1DA74-BEAE-470B-8D8A-B7A1F3E1BF85}" dt="2026-05-21T12:07:03.695" v="358"/>
          <ac:spMkLst>
            <pc:docMk/>
            <pc:sldMk cId="3355297426" sldId="266"/>
            <ac:spMk id="2" creationId="{1F0C9471-04C2-83C6-8318-CF3DA9746DFA}"/>
          </ac:spMkLst>
        </pc:spChg>
        <pc:spChg chg="mod">
          <ac:chgData name="Alessandro Di Piazza" userId="242384fd-1746-4b70-8d90-c83f4330e5ed" providerId="ADAL" clId="{FFF1DA74-BEAE-470B-8D8A-B7A1F3E1BF85}" dt="2026-05-22T09:18:17.594" v="1107" actId="6549"/>
          <ac:spMkLst>
            <pc:docMk/>
            <pc:sldMk cId="3355297426" sldId="266"/>
            <ac:spMk id="3" creationId="{0ED63EF3-764D-B47A-A397-08EEAA940838}"/>
          </ac:spMkLst>
        </pc:spChg>
      </pc:sldChg>
      <pc:sldChg chg="modSp new mod">
        <pc:chgData name="Alessandro Di Piazza" userId="242384fd-1746-4b70-8d90-c83f4330e5ed" providerId="ADAL" clId="{FFF1DA74-BEAE-470B-8D8A-B7A1F3E1BF85}" dt="2026-05-21T12:08:03.938" v="373" actId="5793"/>
        <pc:sldMkLst>
          <pc:docMk/>
          <pc:sldMk cId="1683296771" sldId="267"/>
        </pc:sldMkLst>
        <pc:spChg chg="mod">
          <ac:chgData name="Alessandro Di Piazza" userId="242384fd-1746-4b70-8d90-c83f4330e5ed" providerId="ADAL" clId="{FFF1DA74-BEAE-470B-8D8A-B7A1F3E1BF85}" dt="2026-05-21T12:07:50.105" v="367"/>
          <ac:spMkLst>
            <pc:docMk/>
            <pc:sldMk cId="1683296771" sldId="267"/>
            <ac:spMk id="2" creationId="{9539CBFE-2B7B-A9C7-EF4C-EE17E4F3648C}"/>
          </ac:spMkLst>
        </pc:spChg>
        <pc:spChg chg="mod">
          <ac:chgData name="Alessandro Di Piazza" userId="242384fd-1746-4b70-8d90-c83f4330e5ed" providerId="ADAL" clId="{FFF1DA74-BEAE-470B-8D8A-B7A1F3E1BF85}" dt="2026-05-21T12:08:03.938" v="373" actId="5793"/>
          <ac:spMkLst>
            <pc:docMk/>
            <pc:sldMk cId="1683296771" sldId="267"/>
            <ac:spMk id="3" creationId="{B93C4A19-2506-41CF-6615-5895EE1E3906}"/>
          </ac:spMkLst>
        </pc:spChg>
      </pc:sldChg>
      <pc:sldChg chg="modSp new mod">
        <pc:chgData name="Alessandro Di Piazza" userId="242384fd-1746-4b70-8d90-c83f4330e5ed" providerId="ADAL" clId="{FFF1DA74-BEAE-470B-8D8A-B7A1F3E1BF85}" dt="2026-05-22T10:10:25.789" v="1133" actId="20577"/>
        <pc:sldMkLst>
          <pc:docMk/>
          <pc:sldMk cId="4142277145" sldId="268"/>
        </pc:sldMkLst>
        <pc:spChg chg="mod">
          <ac:chgData name="Alessandro Di Piazza" userId="242384fd-1746-4b70-8d90-c83f4330e5ed" providerId="ADAL" clId="{FFF1DA74-BEAE-470B-8D8A-B7A1F3E1BF85}" dt="2026-05-21T14:17:03.804" v="521" actId="20577"/>
          <ac:spMkLst>
            <pc:docMk/>
            <pc:sldMk cId="4142277145" sldId="268"/>
            <ac:spMk id="2" creationId="{67C25D26-48A1-F6C9-CE94-380938B50ADD}"/>
          </ac:spMkLst>
        </pc:spChg>
        <pc:spChg chg="mod">
          <ac:chgData name="Alessandro Di Piazza" userId="242384fd-1746-4b70-8d90-c83f4330e5ed" providerId="ADAL" clId="{FFF1DA74-BEAE-470B-8D8A-B7A1F3E1BF85}" dt="2026-05-22T10:10:25.789" v="1133" actId="20577"/>
          <ac:spMkLst>
            <pc:docMk/>
            <pc:sldMk cId="4142277145" sldId="268"/>
            <ac:spMk id="3" creationId="{2952AC07-BD62-C598-6AA7-FC5746883DE8}"/>
          </ac:spMkLst>
        </pc:spChg>
      </pc:sldChg>
      <pc:sldChg chg="modSp add mod">
        <pc:chgData name="Alessandro Di Piazza" userId="242384fd-1746-4b70-8d90-c83f4330e5ed" providerId="ADAL" clId="{FFF1DA74-BEAE-470B-8D8A-B7A1F3E1BF85}" dt="2026-05-21T14:18:49.393" v="562" actId="5793"/>
        <pc:sldMkLst>
          <pc:docMk/>
          <pc:sldMk cId="520404976" sldId="269"/>
        </pc:sldMkLst>
        <pc:spChg chg="mod">
          <ac:chgData name="Alessandro Di Piazza" userId="242384fd-1746-4b70-8d90-c83f4330e5ed" providerId="ADAL" clId="{FFF1DA74-BEAE-470B-8D8A-B7A1F3E1BF85}" dt="2026-05-21T14:17:19.577" v="523" actId="20577"/>
          <ac:spMkLst>
            <pc:docMk/>
            <pc:sldMk cId="520404976" sldId="269"/>
            <ac:spMk id="2" creationId="{65603121-AA35-F63C-6DF4-45469445DFBF}"/>
          </ac:spMkLst>
        </pc:spChg>
        <pc:spChg chg="mod">
          <ac:chgData name="Alessandro Di Piazza" userId="242384fd-1746-4b70-8d90-c83f4330e5ed" providerId="ADAL" clId="{FFF1DA74-BEAE-470B-8D8A-B7A1F3E1BF85}" dt="2026-05-21T14:18:49.393" v="562" actId="5793"/>
          <ac:spMkLst>
            <pc:docMk/>
            <pc:sldMk cId="520404976" sldId="269"/>
            <ac:spMk id="3" creationId="{AA8A1A16-4762-EE9E-A553-9CBA9E4DB53F}"/>
          </ac:spMkLst>
        </pc:spChg>
      </pc:sldChg>
      <pc:sldChg chg="modSp new mod">
        <pc:chgData name="Alessandro Di Piazza" userId="242384fd-1746-4b70-8d90-c83f4330e5ed" providerId="ADAL" clId="{FFF1DA74-BEAE-470B-8D8A-B7A1F3E1BF85}" dt="2026-05-21T14:19:49.221" v="578" actId="20577"/>
        <pc:sldMkLst>
          <pc:docMk/>
          <pc:sldMk cId="3659694773" sldId="270"/>
        </pc:sldMkLst>
        <pc:spChg chg="mod">
          <ac:chgData name="Alessandro Di Piazza" userId="242384fd-1746-4b70-8d90-c83f4330e5ed" providerId="ADAL" clId="{FFF1DA74-BEAE-470B-8D8A-B7A1F3E1BF85}" dt="2026-05-21T14:19:16.381" v="565"/>
          <ac:spMkLst>
            <pc:docMk/>
            <pc:sldMk cId="3659694773" sldId="270"/>
            <ac:spMk id="2" creationId="{DF24DB94-9B25-85CC-620A-F6C1981179FD}"/>
          </ac:spMkLst>
        </pc:spChg>
        <pc:spChg chg="mod">
          <ac:chgData name="Alessandro Di Piazza" userId="242384fd-1746-4b70-8d90-c83f4330e5ed" providerId="ADAL" clId="{FFF1DA74-BEAE-470B-8D8A-B7A1F3E1BF85}" dt="2026-05-21T14:19:49.221" v="578" actId="20577"/>
          <ac:spMkLst>
            <pc:docMk/>
            <pc:sldMk cId="3659694773" sldId="270"/>
            <ac:spMk id="3" creationId="{E937E37C-5A26-69E5-038A-E6BBA6CBB0BF}"/>
          </ac:spMkLst>
        </pc:spChg>
      </pc:sldChg>
      <pc:sldChg chg="modSp new mod">
        <pc:chgData name="Alessandro Di Piazza" userId="242384fd-1746-4b70-8d90-c83f4330e5ed" providerId="ADAL" clId="{FFF1DA74-BEAE-470B-8D8A-B7A1F3E1BF85}" dt="2026-05-21T14:25:11.746" v="677" actId="20577"/>
        <pc:sldMkLst>
          <pc:docMk/>
          <pc:sldMk cId="3382980601" sldId="271"/>
        </pc:sldMkLst>
        <pc:spChg chg="mod">
          <ac:chgData name="Alessandro Di Piazza" userId="242384fd-1746-4b70-8d90-c83f4330e5ed" providerId="ADAL" clId="{FFF1DA74-BEAE-470B-8D8A-B7A1F3E1BF85}" dt="2026-05-21T14:20:36.321" v="594" actId="20577"/>
          <ac:spMkLst>
            <pc:docMk/>
            <pc:sldMk cId="3382980601" sldId="271"/>
            <ac:spMk id="2" creationId="{6B22C3C6-2C07-9BDB-6F89-B645F4268B1F}"/>
          </ac:spMkLst>
        </pc:spChg>
        <pc:spChg chg="mod">
          <ac:chgData name="Alessandro Di Piazza" userId="242384fd-1746-4b70-8d90-c83f4330e5ed" providerId="ADAL" clId="{FFF1DA74-BEAE-470B-8D8A-B7A1F3E1BF85}" dt="2026-05-21T14:25:11.746" v="677" actId="20577"/>
          <ac:spMkLst>
            <pc:docMk/>
            <pc:sldMk cId="3382980601" sldId="271"/>
            <ac:spMk id="3" creationId="{9B4C8F8E-67C1-319B-0F53-549209550A05}"/>
          </ac:spMkLst>
        </pc:spChg>
      </pc:sldChg>
      <pc:sldChg chg="addSp delSp modSp new mod">
        <pc:chgData name="Alessandro Di Piazza" userId="242384fd-1746-4b70-8d90-c83f4330e5ed" providerId="ADAL" clId="{FFF1DA74-BEAE-470B-8D8A-B7A1F3E1BF85}" dt="2026-05-21T14:24:41.018" v="671" actId="2711"/>
        <pc:sldMkLst>
          <pc:docMk/>
          <pc:sldMk cId="671320916" sldId="272"/>
        </pc:sldMkLst>
        <pc:spChg chg="mod">
          <ac:chgData name="Alessandro Di Piazza" userId="242384fd-1746-4b70-8d90-c83f4330e5ed" providerId="ADAL" clId="{FFF1DA74-BEAE-470B-8D8A-B7A1F3E1BF85}" dt="2026-05-21T14:23:26.137" v="631"/>
          <ac:spMkLst>
            <pc:docMk/>
            <pc:sldMk cId="671320916" sldId="272"/>
            <ac:spMk id="2" creationId="{A36D2CE8-8927-41CC-A9B8-3E510465FDB5}"/>
          </ac:spMkLst>
        </pc:spChg>
        <pc:spChg chg="add mod">
          <ac:chgData name="Alessandro Di Piazza" userId="242384fd-1746-4b70-8d90-c83f4330e5ed" providerId="ADAL" clId="{FFF1DA74-BEAE-470B-8D8A-B7A1F3E1BF85}" dt="2026-05-21T14:24:31.012" v="669" actId="27636"/>
          <ac:spMkLst>
            <pc:docMk/>
            <pc:sldMk cId="671320916" sldId="272"/>
            <ac:spMk id="5" creationId="{DD9DA526-F54B-E262-92B9-A0FE7829C246}"/>
          </ac:spMkLst>
        </pc:spChg>
        <pc:spChg chg="add mod">
          <ac:chgData name="Alessandro Di Piazza" userId="242384fd-1746-4b70-8d90-c83f4330e5ed" providerId="ADAL" clId="{FFF1DA74-BEAE-470B-8D8A-B7A1F3E1BF85}" dt="2026-05-21T14:24:41.018" v="671" actId="2711"/>
          <ac:spMkLst>
            <pc:docMk/>
            <pc:sldMk cId="671320916" sldId="272"/>
            <ac:spMk id="7" creationId="{4B9440AE-4913-649D-0E0C-01A230E6B926}"/>
          </ac:spMkLst>
        </pc:spChg>
      </pc:sldChg>
      <pc:sldChg chg="modSp new del mod ord">
        <pc:chgData name="Alessandro Di Piazza" userId="242384fd-1746-4b70-8d90-c83f4330e5ed" providerId="ADAL" clId="{FFF1DA74-BEAE-470B-8D8A-B7A1F3E1BF85}" dt="2026-05-25T08:51:02.642" v="1166" actId="2696"/>
        <pc:sldMkLst>
          <pc:docMk/>
          <pc:sldMk cId="1762079307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649B-FB7B-A554-4882-0F71307F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33BEB-1065-4235-4D23-D77BE256A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139E-DBC3-C411-D6FA-8AD6171B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A8CF-A7E7-C76A-B70C-CC913F7E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3E73B-E3A7-FC76-EABD-BC9E2D2B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90EA-4947-A30D-E311-52222933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0E02-545C-F6D9-D156-41FB4A04D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08094-E153-4854-C0D8-87620470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01987-8BF6-6362-8682-451619BB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6078-8D92-E4D4-85F9-27A5CD0E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1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A3B4-C73A-FE9B-FE77-196872D7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0296F-4694-F59E-9B66-85BE33BA6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480AE-BCD4-BBFE-B488-7EFBB53D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4B822-625D-47B5-33D0-58A0EFE88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E531-E9B8-C965-AA6E-9C2014D0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3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9FA4-A347-9CC2-4D9C-6878EAC9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A9A1-E618-BEC9-8CFA-E4F6C92B1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E9E75-D3BA-4C42-5B64-884EBB6CE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FDE7-4A70-36C5-BB84-0E92B349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9882-1F1E-7409-AAA5-7582A507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6730-215A-9652-05CF-BFF89A43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80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D47B-2760-0E3E-9406-261DCF0F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8BB69-F784-E6B6-FA39-D09A2D94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5F83A-8F9B-B297-F089-042C42523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BB55D-6C7D-3739-CFA6-1FD2386F8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E0EAD-D139-192C-09BE-E2EB5D289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B16598-E3C9-78C6-A77C-8BC63065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8E6F1-FF43-CC84-2F1A-20BB3FB8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630B5-EBCC-ABE3-4B2C-DED95B2E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3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3975-2AA1-10CB-ACAC-22A3FABE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C453-E0CE-19C3-018F-FFA770DE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263D7-C382-E921-6F03-8A076FE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4C809-4B9D-728F-86D5-ABE2D8CC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3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01C14-C535-A95B-3589-7A4958F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F8DF0-5D8E-BA5B-8E41-466A9ACE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326C4-CE93-815C-F2B1-78151CD5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8C71-570E-24BC-90D1-DE215054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F4611-C198-8FF4-3243-5C70B1D4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731B1-F4A6-857C-1239-ECE7FCB39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D9992-D37E-A656-796E-FAAE2C3E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42EC-819C-92D8-3C9F-38B08849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0625A-1A82-9C52-D4BC-CE22A253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A65CA-DA3F-F0D8-2E85-8C18A676D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F9E0D-C8E4-7397-1396-AF33BA7A7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A831-CF04-B6E0-311E-0D2171F8E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3117C-3AE7-FE27-8192-9B41D2D7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A8B9F-1884-67B8-2A87-3B0E8D7F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570DD-6488-A66C-7515-BCFEC5DC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BFA7-B3C6-B0B5-3F0D-F8CDD78ED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ED0AE-3C77-1AED-115F-C50B6D955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75AA6-C1EE-0558-A55E-3BF03E5A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F2EFB-6321-C7EB-CB6C-BB655B5F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6CFF-0D18-FD12-C6DF-1944DE48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732AB-2C3B-94E2-BEC2-DEE8460967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F6FDD-CE31-88B4-7976-76C69F43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6E839-ECE5-E8EB-E41A-33A134D7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E44D-FEBB-33EB-4321-C5F6A696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5C07-01A2-951E-9ADC-83D3C9AA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9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A9710-D7DA-FB24-42B5-E046E17A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86FAB-1A7B-DB26-2773-C63D20A2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44B90-A93E-415F-FC1E-8267B24F3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5B9A4-39DC-4E39-840A-704E3970A69D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57365-83EF-9A24-07D4-1EE5BD350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7A51-9C8C-0B11-05A1-78030A0C3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C68BC-BA7E-4E14-9A03-626F467A7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linkedin.com/in/alessandrodipiazza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584C-96BD-124F-ABCA-AB9CF6F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Corso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327D-758D-40CC-C224-A718EBB6EE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22 Maggio</a:t>
            </a:r>
          </a:p>
          <a:p>
            <a:r>
              <a:rPr lang="en-US" dirty="0"/>
              <a:t>28-29 Maggio</a:t>
            </a:r>
          </a:p>
          <a:p>
            <a:r>
              <a:rPr lang="en-US" dirty="0"/>
              <a:t>3-4-5-8 Giugno</a:t>
            </a:r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7D3EFB6-5019-A5A0-925E-B94D9D24B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64" y="1122363"/>
            <a:ext cx="1353671" cy="13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8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5CF8-154F-3CC8-B248-7AC58219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</a:t>
            </a:r>
            <a:r>
              <a:rPr lang="en-US" dirty="0" err="1"/>
              <a:t>sono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CDD40-1257-9380-35AA-7E7C19018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b="1" dirty="0"/>
              <a:t>Alessandro Di Piazza</a:t>
            </a:r>
          </a:p>
          <a:p>
            <a:pPr marL="0" indent="0">
              <a:buNone/>
            </a:pPr>
            <a:r>
              <a:rPr lang="it-IT" sz="1400" b="1" dirty="0"/>
              <a:t>          </a:t>
            </a:r>
            <a:r>
              <a:rPr lang="it-IT" sz="1400" b="1" dirty="0">
                <a:hlinkClick r:id="rId2"/>
              </a:rPr>
              <a:t>https://www.linkedin.com/in/alessandrodipiazza/</a:t>
            </a:r>
            <a:endParaRPr lang="it-IT" sz="1400" b="1" dirty="0"/>
          </a:p>
          <a:p>
            <a:pPr marL="0" indent="0">
              <a:buNone/>
            </a:pPr>
            <a:r>
              <a:rPr lang="it-IT" sz="1400" b="1" dirty="0"/>
              <a:t>alessandro.dipiazza@gmail.com</a:t>
            </a:r>
          </a:p>
          <a:p>
            <a:pPr marL="0" indent="0">
              <a:buNone/>
            </a:pPr>
            <a:r>
              <a:rPr lang="en-US" sz="1400" dirty="0"/>
              <a:t>AI Architect | RAG &amp; AI Agents | System Integration Specialist | Founder @ Ideo Innovation | EMBA Candidate @ POLIMI </a:t>
            </a:r>
            <a:r>
              <a:rPr lang="en-US" sz="1400" dirty="0" err="1"/>
              <a:t>GSoM</a:t>
            </a:r>
            <a:endParaRPr lang="en-US" sz="14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it-IT" sz="1050" b="1" dirty="0"/>
          </a:p>
          <a:p>
            <a:pPr marL="0" indent="0">
              <a:buNone/>
            </a:pP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br>
              <a:rPr lang="it-IT" sz="1800" dirty="0"/>
            </a:br>
            <a:endParaRPr lang="it-IT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BB9CE7-41BE-DF9D-CDEA-4A1B6C2B8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2694" y="1510998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0BE105D-7EDB-FA0D-EBE4-3A9CB39A5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96" y="2195549"/>
            <a:ext cx="354301" cy="28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022554-E8B6-AC76-51F9-AB2D1F9C2AAA}"/>
              </a:ext>
            </a:extLst>
          </p:cNvPr>
          <p:cNvSpPr txBox="1"/>
          <p:nvPr/>
        </p:nvSpPr>
        <p:spPr>
          <a:xfrm>
            <a:off x="856023" y="3829517"/>
            <a:ext cx="33927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1800" b="1" dirty="0"/>
              <a:t>Consulente IT &amp; AI</a:t>
            </a:r>
          </a:p>
          <a:p>
            <a:r>
              <a:rPr lang="it-IT" sz="1800" dirty="0"/>
              <a:t>Founder di Ideo Innovation</a:t>
            </a:r>
          </a:p>
          <a:p>
            <a:r>
              <a:rPr lang="it-IT" sz="1800" dirty="0"/>
              <a:t>Sviluppo software su misura </a:t>
            </a:r>
          </a:p>
          <a:p>
            <a:r>
              <a:rPr lang="it-IT" sz="1800" dirty="0"/>
              <a:t>AI, RAG e agenti intelligenti </a:t>
            </a:r>
          </a:p>
          <a:p>
            <a:r>
              <a:rPr lang="it-IT" sz="1800" dirty="0"/>
              <a:t>Backend e architetture moderne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18D81-A9F2-1EB5-1398-5BEC636C5E35}"/>
              </a:ext>
            </a:extLst>
          </p:cNvPr>
          <p:cNvSpPr txBox="1"/>
          <p:nvPr/>
        </p:nvSpPr>
        <p:spPr>
          <a:xfrm>
            <a:off x="4668982" y="3829517"/>
            <a:ext cx="28540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1800" b="1" dirty="0"/>
              <a:t>Esperienza</a:t>
            </a:r>
          </a:p>
          <a:p>
            <a:pPr marL="0" indent="0">
              <a:buNone/>
            </a:pPr>
            <a:r>
              <a:rPr lang="it-IT" dirty="0"/>
              <a:t>25+ anni di sviluppo</a:t>
            </a:r>
            <a:endParaRPr lang="it-IT" sz="1800" dirty="0"/>
          </a:p>
          <a:p>
            <a:r>
              <a:rPr lang="it-IT" sz="1800" dirty="0"/>
              <a:t>Progetti enterprise e startup </a:t>
            </a:r>
          </a:p>
          <a:p>
            <a:r>
              <a:rPr lang="it-IT" sz="1800" dirty="0"/>
              <a:t>API e microservizi </a:t>
            </a:r>
          </a:p>
          <a:p>
            <a:r>
              <a:rPr lang="it-IT" sz="1800" dirty="0"/>
              <a:t>Automazione processi </a:t>
            </a:r>
          </a:p>
          <a:p>
            <a:r>
              <a:rPr lang="it-IT" sz="1800" dirty="0"/>
              <a:t>Sistemi AI conversazionali </a:t>
            </a:r>
          </a:p>
          <a:p>
            <a:r>
              <a:rPr lang="it-IT" sz="1800" dirty="0"/>
              <a:t>Formazione tecnica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EC257-B274-61A0-8C52-159AA4B8BBF4}"/>
              </a:ext>
            </a:extLst>
          </p:cNvPr>
          <p:cNvSpPr txBox="1"/>
          <p:nvPr/>
        </p:nvSpPr>
        <p:spPr>
          <a:xfrm>
            <a:off x="8468842" y="3829517"/>
            <a:ext cx="33927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1800" b="1" dirty="0"/>
              <a:t>Tecnologie principali</a:t>
            </a:r>
          </a:p>
          <a:p>
            <a:r>
              <a:rPr lang="it-IT" sz="1800" dirty="0"/>
              <a:t>Python, .NET, Java, Js</a:t>
            </a:r>
          </a:p>
          <a:p>
            <a:r>
              <a:rPr lang="it-IT" sz="1800" dirty="0"/>
              <a:t>AI / LLM </a:t>
            </a:r>
          </a:p>
          <a:p>
            <a:r>
              <a:rPr lang="it-IT" sz="1800" dirty="0"/>
              <a:t>Docker </a:t>
            </a:r>
          </a:p>
          <a:p>
            <a:r>
              <a:rPr lang="it-IT" sz="1800" dirty="0"/>
              <a:t>Cloud </a:t>
            </a:r>
          </a:p>
          <a:p>
            <a:r>
              <a:rPr lang="it-IT" sz="1800" dirty="0"/>
              <a:t>Database SQL/NoSQL </a:t>
            </a:r>
          </a:p>
        </p:txBody>
      </p:sp>
    </p:spTree>
    <p:extLst>
      <p:ext uri="{BB962C8B-B14F-4D97-AF65-F5344CB8AC3E}">
        <p14:creationId xmlns:p14="http://schemas.microsoft.com/office/powerpoint/2010/main" val="231212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9173-9042-9400-45DD-B3D8D127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Obiettivi</a:t>
            </a:r>
            <a:r>
              <a:rPr lang="en-US" dirty="0"/>
              <a:t> del </a:t>
            </a:r>
            <a:r>
              <a:rPr lang="en-US" dirty="0" err="1"/>
              <a:t>corso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122D0-ACC3-F854-82D8-094AA4F5E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Non solo teoria:</a:t>
            </a:r>
          </a:p>
          <a:p>
            <a:r>
              <a:rPr lang="it-IT" dirty="0"/>
              <a:t>costruiremo esempi reali </a:t>
            </a:r>
          </a:p>
          <a:p>
            <a:r>
              <a:rPr lang="it-IT" dirty="0"/>
              <a:t>scriveremo codice ogni giorno </a:t>
            </a:r>
          </a:p>
          <a:p>
            <a:r>
              <a:rPr lang="it-IT" dirty="0"/>
              <a:t>vedremo strumenti moderni usati nel lavoro reale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6073-8DF7-B13A-7BA9-D97417CF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47F5-9E53-05CE-3B3A-1DA1C24E5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Fondamenti di Python </a:t>
            </a:r>
            <a:br>
              <a:rPr lang="it-IT" dirty="0"/>
            </a:br>
            <a:r>
              <a:rPr lang="it-IT" dirty="0"/>
              <a:t>Programmazione a oggetti Analisi dati con Pandas </a:t>
            </a:r>
            <a:br>
              <a:rPr lang="it-IT" dirty="0"/>
            </a:br>
            <a:r>
              <a:rPr lang="it-IT" dirty="0"/>
              <a:t>Visualizzazione dati con Matplotlib </a:t>
            </a:r>
            <a:br>
              <a:rPr lang="it-IT" dirty="0"/>
            </a:br>
            <a:r>
              <a:rPr lang="it-IT" dirty="0"/>
              <a:t>Interfacce grafiche con WxPython</a:t>
            </a:r>
          </a:p>
          <a:p>
            <a:pPr marL="0" indent="0">
              <a:buNone/>
            </a:pPr>
            <a:r>
              <a:rPr lang="it-IT" dirty="0"/>
              <a:t>Introduzione a Machine Learning</a:t>
            </a:r>
          </a:p>
          <a:p>
            <a:pPr marL="0" indent="0">
              <a:buNone/>
            </a:pPr>
            <a:r>
              <a:rPr lang="it-IT" dirty="0"/>
              <a:t>Introduzione a LLM</a:t>
            </a:r>
          </a:p>
          <a:p>
            <a:pPr marL="0" indent="0">
              <a:buNone/>
            </a:pPr>
            <a:r>
              <a:rPr lang="it-IT" dirty="0"/>
              <a:t>Caso su LLM</a:t>
            </a:r>
          </a:p>
          <a:p>
            <a:pPr marL="0" indent="0">
              <a:buNone/>
            </a:pPr>
            <a:r>
              <a:rPr lang="it-IT" dirty="0"/>
              <a:t>(docker)</a:t>
            </a:r>
          </a:p>
          <a:p>
            <a:pPr marL="0" indent="0">
              <a:buNone/>
            </a:pPr>
            <a:r>
              <a:rPr lang="it-IT" dirty="0"/>
              <a:t>(database non relazionali)</a:t>
            </a:r>
          </a:p>
        </p:txBody>
      </p:sp>
    </p:spTree>
    <p:extLst>
      <p:ext uri="{BB962C8B-B14F-4D97-AF65-F5344CB8AC3E}">
        <p14:creationId xmlns:p14="http://schemas.microsoft.com/office/powerpoint/2010/main" val="420409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E497C-CF8F-055A-C79A-84DC06DC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Cos’è</a:t>
            </a:r>
            <a:r>
              <a:rPr lang="en-US" dirty="0"/>
              <a:t> Python?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B7BDAC-0596-7A1E-7CC3-C38BC97B0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58127" y="2225764"/>
            <a:ext cx="481413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Linguaggio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programmazione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 alto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livello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Sintassi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semplice 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leggibile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Multipiattaforma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source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3B845-6E72-5E9B-1AFC-A6862A014014}"/>
              </a:ext>
            </a:extLst>
          </p:cNvPr>
          <p:cNvSpPr txBox="1"/>
          <p:nvPr/>
        </p:nvSpPr>
        <p:spPr>
          <a:xfrm>
            <a:off x="3258127" y="423816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/>
              <a:t>Concetti chiave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Facile da imparare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Molto usato nel mondo reale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Grande ecosistema di librerie </a:t>
            </a:r>
          </a:p>
        </p:txBody>
      </p:sp>
      <p:pic>
        <p:nvPicPr>
          <p:cNvPr id="7" name="Picture 2" descr="Python (programming language) - Wikipedia">
            <a:extLst>
              <a:ext uri="{FF2B5EF4-FFF2-40B4-BE49-F238E27FC236}">
                <a16:creationId xmlns:a16="http://schemas.microsoft.com/office/drawing/2014/main" id="{710606DB-4231-4FBB-90C4-9B890D3EE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219" y="733432"/>
            <a:ext cx="529054" cy="52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749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8DB5-C02D-30B3-20FE-65036D1F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Perché Python è così popolare?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A9B33-C392-260F-C555-2DA16EDED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Facile da leggere </a:t>
            </a:r>
          </a:p>
          <a:p>
            <a:r>
              <a:rPr lang="it-IT" dirty="0"/>
              <a:t>Tantissime librerie </a:t>
            </a:r>
          </a:p>
          <a:p>
            <a:r>
              <a:rPr lang="it-IT" dirty="0"/>
              <a:t>Grande community </a:t>
            </a:r>
          </a:p>
          <a:p>
            <a:r>
              <a:rPr lang="it-IT" dirty="0"/>
              <a:t>Velocità di sviluppo </a:t>
            </a:r>
          </a:p>
          <a:p>
            <a:r>
              <a:rPr lang="it-IT" dirty="0"/>
              <a:t>Usato in: </a:t>
            </a:r>
          </a:p>
          <a:p>
            <a:pPr lvl="1"/>
            <a:r>
              <a:rPr lang="it-IT" dirty="0"/>
              <a:t>AI </a:t>
            </a:r>
          </a:p>
          <a:p>
            <a:pPr lvl="1"/>
            <a:r>
              <a:rPr lang="it-IT" dirty="0"/>
              <a:t>Web </a:t>
            </a:r>
          </a:p>
          <a:p>
            <a:pPr lvl="1"/>
            <a:r>
              <a:rPr lang="it-IT" dirty="0"/>
              <a:t>Automazione </a:t>
            </a:r>
          </a:p>
          <a:p>
            <a:pPr lvl="1"/>
            <a:r>
              <a:rPr lang="it-IT" dirty="0"/>
              <a:t>Data Science </a:t>
            </a:r>
          </a:p>
          <a:p>
            <a:pPr lvl="1"/>
            <a:r>
              <a:rPr lang="it-IT" dirty="0"/>
              <a:t>Cybersecurity </a:t>
            </a:r>
          </a:p>
          <a:p>
            <a:pPr lvl="1"/>
            <a:r>
              <a:rPr lang="it-IT" dirty="0"/>
              <a:t>DevOps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45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3E68-0A24-3FC3-F638-57A2CBED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r>
              <a:rPr lang="en-US" dirty="0"/>
              <a:t> Hello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2575-A237-5F38-F1E2-A0C46DA68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print("Hello World")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Confronto rapido con Java/JS:</a:t>
            </a:r>
          </a:p>
          <a:p>
            <a:r>
              <a:rPr lang="it-IT" dirty="0"/>
              <a:t>meno boilerplate </a:t>
            </a:r>
          </a:p>
          <a:p>
            <a:r>
              <a:rPr lang="it-IT" dirty="0"/>
              <a:t>codice più compatto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15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D8DA-06E7-95A3-7E97-34A31BE7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Dove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Python?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038DC0-0622-AF2C-84E9-DCD4D31D2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77801"/>
            <a:ext cx="323838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Intelligenza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Automazione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DevOps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</a:t>
            </a:r>
          </a:p>
        </p:txBody>
      </p:sp>
    </p:spTree>
    <p:extLst>
      <p:ext uri="{BB962C8B-B14F-4D97-AF65-F5344CB8AC3E}">
        <p14:creationId xmlns:p14="http://schemas.microsoft.com/office/powerpoint/2010/main" val="262002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4371-2678-0E60-02CB-8C3DE84C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nel</a:t>
            </a:r>
            <a:r>
              <a:rPr lang="en-US" dirty="0"/>
              <a:t> mondo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96A05-892C-C861-429C-CDF352FD9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err="1"/>
              <a:t>Librerie</a:t>
            </a:r>
            <a:r>
              <a:rPr lang="en-US" b="1" dirty="0"/>
              <a:t> </a:t>
            </a:r>
            <a:r>
              <a:rPr lang="en-US" b="1" dirty="0" err="1"/>
              <a:t>famose</a:t>
            </a:r>
            <a:endParaRPr lang="en-US" b="1" dirty="0"/>
          </a:p>
          <a:p>
            <a:r>
              <a:rPr lang="en-US" dirty="0"/>
              <a:t>TensorFlow </a:t>
            </a:r>
          </a:p>
          <a:p>
            <a:r>
              <a:rPr lang="en-US" dirty="0" err="1"/>
              <a:t>PyTorch</a:t>
            </a:r>
            <a:r>
              <a:rPr lang="en-US" dirty="0"/>
              <a:t> </a:t>
            </a:r>
          </a:p>
          <a:p>
            <a:r>
              <a:rPr lang="en-US" dirty="0"/>
              <a:t>scikit-learn </a:t>
            </a:r>
          </a:p>
          <a:p>
            <a:r>
              <a:rPr lang="en-US" dirty="0"/>
              <a:t>transformers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Esempi</a:t>
            </a:r>
            <a:r>
              <a:rPr lang="en-US" b="1" dirty="0"/>
              <a:t> </a:t>
            </a:r>
            <a:r>
              <a:rPr lang="en-US" b="1" dirty="0" err="1"/>
              <a:t>pratici</a:t>
            </a:r>
            <a:endParaRPr lang="en-US" b="1" dirty="0"/>
          </a:p>
          <a:p>
            <a:r>
              <a:rPr lang="en-US" dirty="0"/>
              <a:t>Chatbot </a:t>
            </a:r>
          </a:p>
          <a:p>
            <a:r>
              <a:rPr lang="en-US" dirty="0" err="1"/>
              <a:t>Riconoscimento</a:t>
            </a:r>
            <a:r>
              <a:rPr lang="en-US" dirty="0"/>
              <a:t> </a:t>
            </a:r>
            <a:r>
              <a:rPr lang="en-US" dirty="0" err="1"/>
              <a:t>immagini</a:t>
            </a:r>
            <a:r>
              <a:rPr lang="en-US" dirty="0"/>
              <a:t> </a:t>
            </a:r>
          </a:p>
          <a:p>
            <a:r>
              <a:rPr lang="en-US" dirty="0"/>
              <a:t>Speech-to-text </a:t>
            </a:r>
          </a:p>
          <a:p>
            <a:r>
              <a:rPr lang="en-US" dirty="0" err="1"/>
              <a:t>Generazione</a:t>
            </a:r>
            <a:r>
              <a:rPr lang="en-US" dirty="0"/>
              <a:t> testo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777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E32D-2BDD-374D-4995-B2C0FE63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per </a:t>
            </a:r>
            <a:r>
              <a:rPr lang="en-US" dirty="0" err="1"/>
              <a:t>automazione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A82DB9-E35A-7F91-9EAF-8510DE2BE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01019"/>
            <a:ext cx="3526928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Rinominare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Elaborare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Inviare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Automatizzare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browser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 </a:t>
            </a:r>
          </a:p>
        </p:txBody>
      </p:sp>
    </p:spTree>
    <p:extLst>
      <p:ext uri="{BB962C8B-B14F-4D97-AF65-F5344CB8AC3E}">
        <p14:creationId xmlns:p14="http://schemas.microsoft.com/office/powerpoint/2010/main" val="3837398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9471-04C2-83C6-8318-CF3DA974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nel</a:t>
            </a:r>
            <a:r>
              <a:rPr lang="en-US" dirty="0"/>
              <a:t>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63EF3-764D-B47A-A397-08EEAA940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Framework </a:t>
            </a:r>
            <a:r>
              <a:rPr lang="en-US" dirty="0" err="1"/>
              <a:t>famosi</a:t>
            </a:r>
            <a:r>
              <a:rPr lang="en-US" dirty="0"/>
              <a:t>:</a:t>
            </a:r>
          </a:p>
          <a:p>
            <a:r>
              <a:rPr lang="en-US" dirty="0"/>
              <a:t>Django </a:t>
            </a:r>
          </a:p>
          <a:p>
            <a:r>
              <a:rPr lang="en-US" dirty="0" err="1"/>
              <a:t>FastAPI</a:t>
            </a:r>
            <a:r>
              <a:rPr lang="en-US" dirty="0"/>
              <a:t> </a:t>
            </a:r>
          </a:p>
          <a:p>
            <a:r>
              <a:rPr lang="en-US" dirty="0"/>
              <a:t>Flask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Possibili</a:t>
            </a:r>
            <a:r>
              <a:rPr lang="en-US" dirty="0"/>
              <a:t> </a:t>
            </a:r>
            <a:r>
              <a:rPr lang="en-US" dirty="0" err="1"/>
              <a:t>applicazioni</a:t>
            </a:r>
            <a:r>
              <a:rPr lang="en-US" dirty="0"/>
              <a:t>:</a:t>
            </a:r>
          </a:p>
          <a:p>
            <a:r>
              <a:rPr lang="en-US" dirty="0"/>
              <a:t>REST API </a:t>
            </a:r>
          </a:p>
          <a:p>
            <a:endParaRPr lang="en-US" dirty="0"/>
          </a:p>
          <a:p>
            <a:pPr lvl="1"/>
            <a:r>
              <a:rPr lang="en-US" dirty="0"/>
              <a:t>GET /</a:t>
            </a:r>
            <a:r>
              <a:rPr lang="en-US" dirty="0" err="1"/>
              <a:t>prodotti</a:t>
            </a:r>
            <a:r>
              <a:rPr lang="en-US" dirty="0"/>
              <a:t>/</a:t>
            </a:r>
          </a:p>
          <a:p>
            <a:pPr lvl="1"/>
            <a:r>
              <a:rPr lang="en-US" dirty="0"/>
              <a:t>GET /</a:t>
            </a:r>
            <a:r>
              <a:rPr lang="en-US" dirty="0" err="1"/>
              <a:t>prodotti</a:t>
            </a:r>
            <a:r>
              <a:rPr lang="en-US" dirty="0"/>
              <a:t>/?testo=</a:t>
            </a:r>
            <a:r>
              <a:rPr lang="en-US" dirty="0" err="1"/>
              <a:t>tovaglioli</a:t>
            </a:r>
            <a:endParaRPr lang="en-US" dirty="0"/>
          </a:p>
          <a:p>
            <a:pPr lvl="1"/>
            <a:r>
              <a:rPr lang="en-US" dirty="0"/>
              <a:t>GET /</a:t>
            </a:r>
            <a:r>
              <a:rPr lang="en-US" dirty="0" err="1"/>
              <a:t>prodotti</a:t>
            </a:r>
            <a:r>
              <a:rPr lang="en-US" dirty="0"/>
              <a:t>/23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	{ </a:t>
            </a:r>
            <a:r>
              <a:rPr lang="en-US" dirty="0" err="1"/>
              <a:t>prodotto</a:t>
            </a:r>
            <a:r>
              <a:rPr lang="en-US" dirty="0"/>
              <a:t> {</a:t>
            </a:r>
          </a:p>
          <a:p>
            <a:pPr marL="457200" lvl="1" indent="0">
              <a:buNone/>
            </a:pPr>
            <a:r>
              <a:rPr lang="en-US" dirty="0"/>
              <a:t>		id:23,</a:t>
            </a:r>
          </a:p>
          <a:p>
            <a:pPr marL="457200" lvl="1" indent="0">
              <a:buNone/>
            </a:pPr>
            <a:r>
              <a:rPr lang="en-US" dirty="0"/>
              <a:t>		description: “</a:t>
            </a:r>
            <a:r>
              <a:rPr lang="en-US" dirty="0" err="1"/>
              <a:t>tovaglioli</a:t>
            </a:r>
            <a:r>
              <a:rPr lang="en-US" dirty="0"/>
              <a:t>”,</a:t>
            </a:r>
          </a:p>
          <a:p>
            <a:pPr marL="457200" lvl="1" indent="0">
              <a:buNone/>
            </a:pPr>
            <a:r>
              <a:rPr lang="en-US" dirty="0"/>
              <a:t>		price: 2.50, … } }</a:t>
            </a:r>
          </a:p>
          <a:p>
            <a:pPr lvl="1"/>
            <a:r>
              <a:rPr lang="en-US" dirty="0"/>
              <a:t>POST /</a:t>
            </a:r>
            <a:r>
              <a:rPr lang="en-US" dirty="0" err="1"/>
              <a:t>prodotti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{ </a:t>
            </a:r>
            <a:r>
              <a:rPr lang="en-US" dirty="0" err="1"/>
              <a:t>prodotto</a:t>
            </a:r>
            <a:r>
              <a:rPr lang="en-US" dirty="0"/>
              <a:t> {</a:t>
            </a:r>
          </a:p>
          <a:p>
            <a:pPr marL="457200" lvl="1" indent="0">
              <a:buNone/>
            </a:pPr>
            <a:r>
              <a:rPr lang="en-US" dirty="0"/>
              <a:t>		description: “</a:t>
            </a:r>
            <a:r>
              <a:rPr lang="en-US" dirty="0" err="1"/>
              <a:t>tovaglioli</a:t>
            </a:r>
            <a:r>
              <a:rPr lang="en-US" dirty="0"/>
              <a:t>”,</a:t>
            </a:r>
          </a:p>
          <a:p>
            <a:pPr marL="457200" lvl="1" indent="0">
              <a:buNone/>
            </a:pPr>
            <a:r>
              <a:rPr lang="en-US" dirty="0"/>
              <a:t>		price: 2.50, … } }</a:t>
            </a:r>
          </a:p>
          <a:p>
            <a:pPr lvl="1"/>
            <a:r>
              <a:rPr lang="en-US" dirty="0"/>
              <a:t>POST /</a:t>
            </a:r>
            <a:r>
              <a:rPr lang="en-US" dirty="0" err="1"/>
              <a:t>prodotti</a:t>
            </a:r>
            <a:r>
              <a:rPr lang="en-US" dirty="0"/>
              <a:t>/23</a:t>
            </a:r>
          </a:p>
          <a:p>
            <a:pPr marL="457200" lvl="1" indent="0">
              <a:buNone/>
            </a:pPr>
            <a:r>
              <a:rPr lang="en-US" dirty="0"/>
              <a:t>	{ </a:t>
            </a:r>
            <a:r>
              <a:rPr lang="en-US" dirty="0" err="1"/>
              <a:t>prodotto</a:t>
            </a:r>
            <a:r>
              <a:rPr lang="en-US" dirty="0"/>
              <a:t> {</a:t>
            </a:r>
          </a:p>
          <a:p>
            <a:pPr marL="457200" lvl="1" indent="0">
              <a:buNone/>
            </a:pPr>
            <a:r>
              <a:rPr lang="en-US" dirty="0"/>
              <a:t>		id:23,</a:t>
            </a:r>
          </a:p>
          <a:p>
            <a:pPr marL="457200" lvl="1" indent="0">
              <a:buNone/>
            </a:pPr>
            <a:r>
              <a:rPr lang="en-US" dirty="0"/>
              <a:t>		description: “</a:t>
            </a:r>
            <a:r>
              <a:rPr lang="en-US" dirty="0" err="1"/>
              <a:t>tovaglioli</a:t>
            </a:r>
            <a:r>
              <a:rPr lang="en-US" dirty="0"/>
              <a:t>”,</a:t>
            </a:r>
          </a:p>
          <a:p>
            <a:pPr marL="457200" lvl="1" indent="0">
              <a:buNone/>
            </a:pPr>
            <a:r>
              <a:rPr lang="en-US" dirty="0"/>
              <a:t>		price: 2.50, … } }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PUT /</a:t>
            </a:r>
            <a:r>
              <a:rPr lang="en-US" dirty="0" err="1"/>
              <a:t>prodotti</a:t>
            </a:r>
            <a:r>
              <a:rPr lang="en-US" dirty="0"/>
              <a:t>/23</a:t>
            </a:r>
          </a:p>
          <a:p>
            <a:pPr marL="457200" lvl="1" indent="0">
              <a:buNone/>
            </a:pPr>
            <a:r>
              <a:rPr lang="en-US" dirty="0"/>
              <a:t>	{ </a:t>
            </a:r>
            <a:r>
              <a:rPr lang="en-US" dirty="0" err="1"/>
              <a:t>prodotto</a:t>
            </a:r>
            <a:r>
              <a:rPr lang="en-US" dirty="0"/>
              <a:t> {</a:t>
            </a:r>
          </a:p>
          <a:p>
            <a:pPr marL="457200" lvl="1" indent="0">
              <a:buNone/>
            </a:pPr>
            <a:r>
              <a:rPr lang="en-US" dirty="0"/>
              <a:t>		id:23,</a:t>
            </a:r>
          </a:p>
          <a:p>
            <a:pPr marL="457200" lvl="1" indent="0">
              <a:buNone/>
            </a:pPr>
            <a:r>
              <a:rPr lang="en-US" dirty="0"/>
              <a:t>		description: “</a:t>
            </a:r>
            <a:r>
              <a:rPr lang="en-US" dirty="0" err="1"/>
              <a:t>tovaglioli</a:t>
            </a:r>
            <a:r>
              <a:rPr lang="en-US" dirty="0"/>
              <a:t>”,</a:t>
            </a:r>
          </a:p>
          <a:p>
            <a:pPr marL="457200" lvl="1" indent="0">
              <a:buNone/>
            </a:pPr>
            <a:r>
              <a:rPr lang="en-US" dirty="0"/>
              <a:t>		price: 2.80, … } }</a:t>
            </a:r>
          </a:p>
          <a:p>
            <a:pPr marL="457200" lvl="1" indent="0">
              <a:buNone/>
            </a:pPr>
            <a:r>
              <a:rPr lang="en-US" dirty="0"/>
              <a:t>*       DELETE /</a:t>
            </a:r>
            <a:r>
              <a:rPr lang="en-US" dirty="0" err="1"/>
              <a:t>prodotti</a:t>
            </a:r>
            <a:r>
              <a:rPr lang="en-US" dirty="0"/>
              <a:t>/23</a:t>
            </a:r>
          </a:p>
          <a:p>
            <a:pPr marL="457200" lvl="1" indent="0">
              <a:buNone/>
            </a:pP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Backend </a:t>
            </a:r>
          </a:p>
          <a:p>
            <a:r>
              <a:rPr lang="en-US" dirty="0"/>
              <a:t>Dashboard </a:t>
            </a:r>
          </a:p>
          <a:p>
            <a:r>
              <a:rPr lang="en-US" dirty="0" err="1"/>
              <a:t>Microservizi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297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CBFE-2B7B-A9C7-EF4C-EE17E4F3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r>
              <a:rPr lang="en-US" dirty="0"/>
              <a:t>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C4A19-2506-41CF-6615-5895EE1E3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b="1" dirty="0"/>
              <a:t>Come lavoreremo durante il corso</a:t>
            </a:r>
          </a:p>
          <a:p>
            <a:pPr marL="0" indent="0">
              <a:buNone/>
            </a:pPr>
            <a:r>
              <a:rPr lang="it-IT" dirty="0"/>
              <a:t>Opzioni:</a:t>
            </a:r>
          </a:p>
          <a:p>
            <a:r>
              <a:rPr lang="it-IT" dirty="0"/>
              <a:t>Installazione locale </a:t>
            </a:r>
          </a:p>
          <a:p>
            <a:r>
              <a:rPr lang="it-IT" dirty="0"/>
              <a:t>Google Colab </a:t>
            </a:r>
          </a:p>
          <a:p>
            <a:r>
              <a:rPr lang="it-IT" dirty="0"/>
              <a:t>VS Code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Suggerimento:</a:t>
            </a:r>
          </a:p>
          <a:p>
            <a:r>
              <a:rPr lang="it-IT" dirty="0"/>
              <a:t>Fare installazione locale </a:t>
            </a:r>
          </a:p>
          <a:p>
            <a:r>
              <a:rPr lang="it-IT" dirty="0"/>
              <a:t>Tenere Colab come backup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296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5D26-48A1-F6C9-CE94-380938B5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r>
              <a:rPr lang="en-US" dirty="0"/>
              <a:t> Windows/ Mac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2AC07-BD62-C598-6AA7-FC574688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1600" dirty="0"/>
              <a:t>Passi:</a:t>
            </a:r>
          </a:p>
          <a:p>
            <a:r>
              <a:rPr lang="it-IT" sz="1600" dirty="0"/>
              <a:t>Scaricare Python </a:t>
            </a:r>
          </a:p>
          <a:p>
            <a:pPr marL="0" indent="0">
              <a:buNone/>
            </a:pPr>
            <a:r>
              <a:rPr lang="it-IT" sz="1600" dirty="0"/>
              <a:t>	Versione consigliata: </a:t>
            </a:r>
            <a:r>
              <a:rPr lang="it-IT" sz="1600" b="1" dirty="0"/>
              <a:t>Python 3.12</a:t>
            </a:r>
            <a:r>
              <a:rPr lang="it-IT" sz="1600" dirty="0"/>
              <a:t>+ </a:t>
            </a:r>
          </a:p>
          <a:p>
            <a:r>
              <a:rPr lang="it-IT" sz="1600" dirty="0"/>
              <a:t>Installare </a:t>
            </a:r>
          </a:p>
          <a:p>
            <a:pPr marL="0" indent="0">
              <a:buNone/>
            </a:pPr>
            <a:r>
              <a:rPr lang="it-IT" sz="1600" dirty="0"/>
              <a:t>	IMPORTANTE:</a:t>
            </a:r>
            <a:br>
              <a:rPr lang="it-IT" sz="1600" dirty="0"/>
            </a:br>
            <a:r>
              <a:rPr lang="it-IT" sz="1600" dirty="0"/>
              <a:t>	✅ Spuntare: “Add Python to PATH”</a:t>
            </a:r>
          </a:p>
          <a:p>
            <a:r>
              <a:rPr lang="it-IT" sz="1600" dirty="0"/>
              <a:t>Verificare installazione </a:t>
            </a:r>
          </a:p>
          <a:p>
            <a:pPr marL="914400" lvl="2" indent="0">
              <a:buNone/>
            </a:pPr>
            <a:r>
              <a:rPr lang="en-US" sz="1600" dirty="0" err="1"/>
              <a:t>Aprire</a:t>
            </a:r>
            <a:r>
              <a:rPr lang="en-US" sz="1600" dirty="0"/>
              <a:t> </a:t>
            </a:r>
            <a:r>
              <a:rPr lang="en-US" sz="1600" dirty="0" err="1"/>
              <a:t>terminale</a:t>
            </a:r>
            <a:r>
              <a:rPr lang="en-US" sz="1600" dirty="0"/>
              <a:t>:</a:t>
            </a:r>
          </a:p>
          <a:p>
            <a:pPr marL="9144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python –-version</a:t>
            </a:r>
          </a:p>
          <a:p>
            <a:pPr marL="914400" lvl="2" indent="0">
              <a:buNone/>
            </a:pPr>
            <a:r>
              <a:rPr lang="en-US" sz="1600" dirty="0"/>
              <a:t>Output </a:t>
            </a:r>
            <a:r>
              <a:rPr lang="en-US" sz="1600" dirty="0" err="1"/>
              <a:t>atteso</a:t>
            </a:r>
            <a:r>
              <a:rPr lang="en-US" sz="1600" dirty="0"/>
              <a:t>:</a:t>
            </a:r>
            <a:br>
              <a:rPr lang="en-US" sz="1600" dirty="0"/>
            </a:br>
            <a:r>
              <a:rPr lang="en-US" sz="1600" dirty="0">
                <a:latin typeface="Consolas" panose="020B0609020204030204" pitchFamily="49" charset="0"/>
              </a:rPr>
              <a:t>Python 3.12.x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/>
              <a:t>Installare Visual Studio Code</a:t>
            </a:r>
            <a:br>
              <a:rPr lang="it-IT" sz="1600" dirty="0"/>
            </a:br>
            <a:r>
              <a:rPr lang="it-IT" sz="1600" dirty="0"/>
              <a:t>	Estensioni:</a:t>
            </a:r>
          </a:p>
          <a:p>
            <a:pPr lvl="2"/>
            <a:r>
              <a:rPr lang="it-IT" sz="1600" dirty="0"/>
              <a:t>Python </a:t>
            </a:r>
          </a:p>
          <a:p>
            <a:pPr lvl="2"/>
            <a:r>
              <a:rPr lang="it-IT" sz="1600" dirty="0"/>
              <a:t>Pylance</a:t>
            </a:r>
          </a:p>
        </p:txBody>
      </p:sp>
    </p:spTree>
    <p:extLst>
      <p:ext uri="{BB962C8B-B14F-4D97-AF65-F5344CB8AC3E}">
        <p14:creationId xmlns:p14="http://schemas.microsoft.com/office/powerpoint/2010/main" val="4142277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4EA2C-CF98-44D3-2D7C-4B5B4B5F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3121-AA35-F63C-6DF4-45469445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A1A16-4762-EE9E-A553-9CBA9E4DB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it-IT" sz="1600" b="1" dirty="0"/>
              <a:t>Cos’è Google Colab?</a:t>
            </a:r>
          </a:p>
          <a:p>
            <a:r>
              <a:rPr lang="it-IT" sz="1600" dirty="0"/>
              <a:t>è un ambiente di notebook cloud sviluppato da Google che consente di scrivere ed eseguire codice Python direttamente nel browser</a:t>
            </a:r>
          </a:p>
          <a:p>
            <a:r>
              <a:rPr lang="it-IT" sz="1600" dirty="0"/>
              <a:t>Gratis </a:t>
            </a:r>
          </a:p>
          <a:p>
            <a:r>
              <a:rPr lang="it-IT" sz="1600" dirty="0"/>
              <a:t>Nessuna installazione </a:t>
            </a:r>
          </a:p>
          <a:p>
            <a:r>
              <a:rPr lang="it-IT" sz="1600" dirty="0"/>
              <a:t>Ottima per AI/Data Science</a:t>
            </a:r>
          </a:p>
          <a:p>
            <a:pPr marL="0" indent="0">
              <a:buNone/>
            </a:pPr>
            <a:endParaRPr lang="it-IT" sz="1600" b="1" dirty="0"/>
          </a:p>
          <a:p>
            <a:pPr marL="0" indent="0">
              <a:buNone/>
            </a:pPr>
            <a:r>
              <a:rPr lang="it-IT" sz="1600" b="1" dirty="0"/>
              <a:t>Vantaggi di Google Colab?</a:t>
            </a:r>
          </a:p>
          <a:p>
            <a:endParaRPr lang="it-IT" sz="1600" dirty="0"/>
          </a:p>
          <a:p>
            <a:r>
              <a:rPr lang="it-IT" sz="1600" dirty="0"/>
              <a:t>Funziona nel browser </a:t>
            </a:r>
          </a:p>
          <a:p>
            <a:r>
              <a:rPr lang="it-IT" sz="1600" dirty="0"/>
              <a:t>GPU gratuite </a:t>
            </a:r>
          </a:p>
          <a:p>
            <a:r>
              <a:rPr lang="it-IT" sz="1600" dirty="0"/>
              <a:t>Condivisione semplice </a:t>
            </a:r>
          </a:p>
          <a:p>
            <a:r>
              <a:rPr lang="it-IT" sz="1600" dirty="0"/>
              <a:t>Ideale per notebook </a:t>
            </a:r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r>
              <a:rPr lang="it-IT" sz="1600" b="1" dirty="0"/>
              <a:t>Svantaggi</a:t>
            </a:r>
          </a:p>
          <a:p>
            <a:r>
              <a:rPr lang="it-IT" sz="1600" dirty="0"/>
              <a:t>Ambiente temporaneo </a:t>
            </a:r>
          </a:p>
          <a:p>
            <a:r>
              <a:rPr lang="it-IT" sz="1600" dirty="0"/>
              <a:t>Meno adatto a progetti complessi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52040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4DB94-9B25-85CC-620A-F6C19811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Come </a:t>
            </a:r>
            <a:r>
              <a:rPr lang="en-US" dirty="0" err="1"/>
              <a:t>aprire</a:t>
            </a:r>
            <a:r>
              <a:rPr lang="en-US" dirty="0"/>
              <a:t>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7E37C-5A26-69E5-038A-E6BBA6CBB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hlinkClick r:id="rId2"/>
              </a:rPr>
              <a:t>https://colab.research.google.com/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Passi:</a:t>
            </a:r>
          </a:p>
          <a:p>
            <a:r>
              <a:rPr lang="it-IT" dirty="0"/>
              <a:t>Login Google </a:t>
            </a:r>
          </a:p>
          <a:p>
            <a:r>
              <a:rPr lang="it-IT" dirty="0"/>
              <a:t>Nuovo notebook </a:t>
            </a:r>
          </a:p>
          <a:p>
            <a:r>
              <a:rPr lang="it-IT" dirty="0"/>
              <a:t>Scrivere codice </a:t>
            </a:r>
          </a:p>
          <a:p>
            <a:r>
              <a:rPr lang="it-IT" dirty="0"/>
              <a:t>Eseguire con ▶️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94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3C6-2C07-9BDB-6F89-B645F4268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Primo </a:t>
            </a:r>
            <a:r>
              <a:rPr lang="en-US" dirty="0" err="1"/>
              <a:t>approccio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C8F8E-67C1-319B-0F53-549209550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Aprire un file Python</a:t>
            </a:r>
          </a:p>
          <a:p>
            <a:pPr marL="0" indent="0">
              <a:buNone/>
            </a:pPr>
            <a:r>
              <a:rPr lang="it-IT" dirty="0"/>
              <a:t>Creare: </a:t>
            </a:r>
            <a:r>
              <a:rPr lang="en-US" dirty="0"/>
              <a:t>hello.py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print("Hello Python")</a:t>
            </a:r>
            <a:endParaRPr lang="it-IT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 err="1"/>
              <a:t>Eseguire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python hello.py</a:t>
            </a:r>
          </a:p>
          <a:p>
            <a:pPr marL="0" indent="0">
              <a:buNone/>
            </a:pPr>
            <a:r>
              <a:rPr lang="en-US" b="1" dirty="0" err="1"/>
              <a:t>Terminale</a:t>
            </a:r>
            <a:r>
              <a:rPr lang="en-US" b="1" dirty="0"/>
              <a:t> </a:t>
            </a:r>
            <a:r>
              <a:rPr lang="en-US" b="1" dirty="0" err="1"/>
              <a:t>interattivo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python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&gt;&gt;&gt; 2 + 2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4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980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2CE8-8927-41CC-A9B8-3E510465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Cos'è</a:t>
            </a:r>
            <a:r>
              <a:rPr lang="en-US" dirty="0"/>
              <a:t> </a:t>
            </a:r>
            <a:r>
              <a:rPr lang="en-US" dirty="0" err="1"/>
              <a:t>l'Indentazione</a:t>
            </a:r>
            <a:r>
              <a:rPr lang="en-US" dirty="0"/>
              <a:t> in Python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DA526-F54B-E262-92B9-A0FE7829C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3909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b="1" dirty="0"/>
              <a:t>Regola Fondamentale:</a:t>
            </a:r>
            <a:r>
              <a:rPr lang="it-IT" dirty="0"/>
              <a:t> In Python gli spazi all'inizio della riga </a:t>
            </a:r>
            <a:r>
              <a:rPr lang="it-IT" b="1" dirty="0"/>
              <a:t>hanno un significato logico</a:t>
            </a:r>
            <a:r>
              <a:rPr lang="it-IT" dirty="0"/>
              <a:t>.</a:t>
            </a:r>
          </a:p>
          <a:p>
            <a:pPr marL="0" indent="0">
              <a:buNone/>
            </a:pPr>
            <a:r>
              <a:rPr lang="it-IT" b="1" dirty="0"/>
              <a:t>Blocchi di Codice:</a:t>
            </a:r>
            <a:r>
              <a:rPr lang="it-IT" dirty="0"/>
              <a:t> Servono per raggruppare le istruzioni che appartengono a una stessa struttura (come un if, for o def).</a:t>
            </a:r>
          </a:p>
          <a:p>
            <a:pPr marL="0" indent="0">
              <a:buNone/>
            </a:pPr>
            <a:r>
              <a:rPr lang="it-IT" b="1" dirty="0"/>
              <a:t>Obbligatoria:</a:t>
            </a:r>
            <a:r>
              <a:rPr lang="it-IT" dirty="0"/>
              <a:t> Se sbagli l'indentazione, Python genera un errore di tipo IndentationError e il programma si blocca.</a:t>
            </a:r>
          </a:p>
          <a:p>
            <a:pPr marL="0" indent="0">
              <a:buNone/>
            </a:pPr>
            <a:endParaRPr lang="it-IT" b="1" dirty="0"/>
          </a:p>
          <a:p>
            <a:pPr marL="0" indent="0">
              <a:buNone/>
            </a:pPr>
            <a:r>
              <a:rPr lang="it-IT" b="1" dirty="0"/>
              <a:t> Le Buone Pratiche (Best Practices)</a:t>
            </a:r>
          </a:p>
          <a:p>
            <a:pPr marL="0" indent="0">
              <a:buNone/>
            </a:pPr>
            <a:r>
              <a:rPr lang="it-IT" b="1" dirty="0"/>
              <a:t>La regola d'oro:</a:t>
            </a:r>
            <a:r>
              <a:rPr lang="it-IT" dirty="0"/>
              <a:t> Usa </a:t>
            </a:r>
            <a:r>
              <a:rPr lang="it-IT" b="1" dirty="0"/>
              <a:t>4 spazi</a:t>
            </a:r>
            <a:r>
              <a:rPr lang="it-IT" dirty="0"/>
              <a:t> per ogni livello di indentazione.</a:t>
            </a:r>
          </a:p>
          <a:p>
            <a:pPr marL="0" indent="0">
              <a:buNone/>
            </a:pPr>
            <a:r>
              <a:rPr lang="it-IT" b="1" dirty="0"/>
              <a:t>Spazi vs Tab:</a:t>
            </a:r>
            <a:r>
              <a:rPr lang="it-IT" dirty="0"/>
              <a:t> Non mischiare mai spazi e tabulazioni. Imposta il tuo editor di testo in modo che converta il tasto TAB automaticamente in 4 spazi.</a:t>
            </a:r>
          </a:p>
          <a:p>
            <a:pPr marL="0" indent="0">
              <a:buNone/>
            </a:pPr>
            <a:endParaRPr lang="it-IT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440AE-4913-649D-0E0C-01A230E6B926}"/>
              </a:ext>
            </a:extLst>
          </p:cNvPr>
          <p:cNvSpPr txBox="1"/>
          <p:nvPr/>
        </p:nvSpPr>
        <p:spPr>
          <a:xfrm>
            <a:off x="6317673" y="190778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b="1" dirty="0"/>
              <a:t>💻 Esempio Pratico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def saluta():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    # Blocco indentato di 4 spazi appartenente alla funzione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    print("Ciao!") 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    print("Benvenuto in Python.")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# Blocco principale (fuori dalla funzione)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print("Programma avviato")</a:t>
            </a:r>
          </a:p>
          <a:p>
            <a:pPr marL="0" indent="0">
              <a:buNone/>
            </a:pPr>
            <a:r>
              <a:rPr lang="it-IT" dirty="0">
                <a:latin typeface="Consolas" panose="020B0609020204030204" pitchFamily="49" charset="0"/>
              </a:rPr>
              <a:t>saluta()</a:t>
            </a:r>
          </a:p>
        </p:txBody>
      </p:sp>
    </p:spTree>
    <p:extLst>
      <p:ext uri="{BB962C8B-B14F-4D97-AF65-F5344CB8AC3E}">
        <p14:creationId xmlns:p14="http://schemas.microsoft.com/office/powerpoint/2010/main" val="67132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800</Words>
  <Application>Microsoft Office PowerPoint</Application>
  <PresentationFormat>Widescreen</PresentationFormat>
  <Paragraphs>212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Office Theme</vt:lpstr>
      <vt:lpstr>Corso Python</vt:lpstr>
      <vt:lpstr>Chi sono</vt:lpstr>
      <vt:lpstr>Obiettivi del corso</vt:lpstr>
      <vt:lpstr>Agenda</vt:lpstr>
      <vt:lpstr>Cos’è Python?</vt:lpstr>
      <vt:lpstr>Perché Python è così popolare?</vt:lpstr>
      <vt:lpstr>Esempio Hello World</vt:lpstr>
      <vt:lpstr>Dove si usa Python?</vt:lpstr>
      <vt:lpstr>Python nel mondo AI</vt:lpstr>
      <vt:lpstr>Python per automazione</vt:lpstr>
      <vt:lpstr>Python nel web</vt:lpstr>
      <vt:lpstr>Installazione Python</vt:lpstr>
      <vt:lpstr>Installazione Windows/ Mac</vt:lpstr>
      <vt:lpstr>Google Colab</vt:lpstr>
      <vt:lpstr>Come aprire Colab</vt:lpstr>
      <vt:lpstr>Primo approccio</vt:lpstr>
      <vt:lpstr>Cos'è l'Indentazione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Di Piazza</dc:creator>
  <cp:lastModifiedBy>Alessandro Di Piazza</cp:lastModifiedBy>
  <cp:revision>1</cp:revision>
  <dcterms:created xsi:type="dcterms:W3CDTF">2026-05-21T11:36:00Z</dcterms:created>
  <dcterms:modified xsi:type="dcterms:W3CDTF">2026-05-25T08:51:06Z</dcterms:modified>
</cp:coreProperties>
</file>