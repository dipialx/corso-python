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Di Piazza" userId="242384fd-1746-4b70-8d90-c83f4330e5ed" providerId="ADAL" clId="{FFF1DA74-BEAE-470B-8D8A-B7A1F3E1BF85}"/>
    <pc:docChg chg="undo custSel addSld delSld modSld">
      <pc:chgData name="Alessandro Di Piazza" userId="242384fd-1746-4b70-8d90-c83f4330e5ed" providerId="ADAL" clId="{FFF1DA74-BEAE-470B-8D8A-B7A1F3E1BF85}" dt="2026-05-29T14:02:11.900" v="714" actId="2696"/>
      <pc:docMkLst>
        <pc:docMk/>
      </pc:docMkLst>
      <pc:sldChg chg="add">
        <pc:chgData name="Alessandro Di Piazza" userId="242384fd-1746-4b70-8d90-c83f4330e5ed" providerId="ADAL" clId="{FFF1DA74-BEAE-470B-8D8A-B7A1F3E1BF85}" dt="2026-05-28T17:11:24.578" v="0"/>
        <pc:sldMkLst>
          <pc:docMk/>
          <pc:sldMk cId="722898410" sldId="256"/>
        </pc:sldMkLst>
      </pc:sldChg>
      <pc:sldChg chg="modSp new mod">
        <pc:chgData name="Alessandro Di Piazza" userId="242384fd-1746-4b70-8d90-c83f4330e5ed" providerId="ADAL" clId="{FFF1DA74-BEAE-470B-8D8A-B7A1F3E1BF85}" dt="2026-05-28T17:18:13.960" v="543" actId="5793"/>
        <pc:sldMkLst>
          <pc:docMk/>
          <pc:sldMk cId="3661203310" sldId="257"/>
        </pc:sldMkLst>
        <pc:spChg chg="mod">
          <ac:chgData name="Alessandro Di Piazza" userId="242384fd-1746-4b70-8d90-c83f4330e5ed" providerId="ADAL" clId="{FFF1DA74-BEAE-470B-8D8A-B7A1F3E1BF85}" dt="2026-05-28T17:17:29.188" v="530" actId="113"/>
          <ac:spMkLst>
            <pc:docMk/>
            <pc:sldMk cId="3661203310" sldId="257"/>
            <ac:spMk id="2" creationId="{04E47427-735C-0D93-05A6-84E1350BBD1C}"/>
          </ac:spMkLst>
        </pc:spChg>
        <pc:spChg chg="mod">
          <ac:chgData name="Alessandro Di Piazza" userId="242384fd-1746-4b70-8d90-c83f4330e5ed" providerId="ADAL" clId="{FFF1DA74-BEAE-470B-8D8A-B7A1F3E1BF85}" dt="2026-05-28T17:18:13.960" v="543" actId="5793"/>
          <ac:spMkLst>
            <pc:docMk/>
            <pc:sldMk cId="3661203310" sldId="257"/>
            <ac:spMk id="3" creationId="{9647BB01-55FE-C2CA-7F1E-F3BCB87CFC13}"/>
          </ac:spMkLst>
        </pc:spChg>
      </pc:sldChg>
      <pc:sldChg chg="modSp new mod">
        <pc:chgData name="Alessandro Di Piazza" userId="242384fd-1746-4b70-8d90-c83f4330e5ed" providerId="ADAL" clId="{FFF1DA74-BEAE-470B-8D8A-B7A1F3E1BF85}" dt="2026-05-28T17:18:45.406" v="549"/>
        <pc:sldMkLst>
          <pc:docMk/>
          <pc:sldMk cId="882618516" sldId="258"/>
        </pc:sldMkLst>
        <pc:spChg chg="mod">
          <ac:chgData name="Alessandro Di Piazza" userId="242384fd-1746-4b70-8d90-c83f4330e5ed" providerId="ADAL" clId="{FFF1DA74-BEAE-470B-8D8A-B7A1F3E1BF85}" dt="2026-05-28T17:18:45.406" v="549"/>
          <ac:spMkLst>
            <pc:docMk/>
            <pc:sldMk cId="882618516" sldId="258"/>
            <ac:spMk id="2" creationId="{5CBDA299-5856-5F4F-02D5-3FF745401B86}"/>
          </ac:spMkLst>
        </pc:spChg>
        <pc:spChg chg="mod">
          <ac:chgData name="Alessandro Di Piazza" userId="242384fd-1746-4b70-8d90-c83f4330e5ed" providerId="ADAL" clId="{FFF1DA74-BEAE-470B-8D8A-B7A1F3E1BF85}" dt="2026-05-28T17:18:39.208" v="548" actId="5793"/>
          <ac:spMkLst>
            <pc:docMk/>
            <pc:sldMk cId="882618516" sldId="258"/>
            <ac:spMk id="3" creationId="{D15F875C-A027-19E4-6C27-7D2EE4FDE3F6}"/>
          </ac:spMkLst>
        </pc:spChg>
      </pc:sldChg>
      <pc:sldChg chg="addSp modSp new mod">
        <pc:chgData name="Alessandro Di Piazza" userId="242384fd-1746-4b70-8d90-c83f4330e5ed" providerId="ADAL" clId="{FFF1DA74-BEAE-470B-8D8A-B7A1F3E1BF85}" dt="2026-05-28T17:22:13.912" v="632" actId="14100"/>
        <pc:sldMkLst>
          <pc:docMk/>
          <pc:sldMk cId="887012790" sldId="259"/>
        </pc:sldMkLst>
        <pc:spChg chg="mod">
          <ac:chgData name="Alessandro Di Piazza" userId="242384fd-1746-4b70-8d90-c83f4330e5ed" providerId="ADAL" clId="{FFF1DA74-BEAE-470B-8D8A-B7A1F3E1BF85}" dt="2026-05-28T17:18:48.177" v="551"/>
          <ac:spMkLst>
            <pc:docMk/>
            <pc:sldMk cId="887012790" sldId="259"/>
            <ac:spMk id="2" creationId="{8164B37A-1AE1-2CD5-9DA1-0465470A5D34}"/>
          </ac:spMkLst>
        </pc:spChg>
        <pc:spChg chg="mod">
          <ac:chgData name="Alessandro Di Piazza" userId="242384fd-1746-4b70-8d90-c83f4330e5ed" providerId="ADAL" clId="{FFF1DA74-BEAE-470B-8D8A-B7A1F3E1BF85}" dt="2026-05-28T17:22:06.082" v="629" actId="27636"/>
          <ac:spMkLst>
            <pc:docMk/>
            <pc:sldMk cId="887012790" sldId="259"/>
            <ac:spMk id="3" creationId="{2C159152-1023-F29B-A367-527BA0C683FB}"/>
          </ac:spMkLst>
        </pc:spChg>
        <pc:spChg chg="add mod">
          <ac:chgData name="Alessandro Di Piazza" userId="242384fd-1746-4b70-8d90-c83f4330e5ed" providerId="ADAL" clId="{FFF1DA74-BEAE-470B-8D8A-B7A1F3E1BF85}" dt="2026-05-28T17:22:13.912" v="632" actId="14100"/>
          <ac:spMkLst>
            <pc:docMk/>
            <pc:sldMk cId="887012790" sldId="259"/>
            <ac:spMk id="5" creationId="{A64857A5-1336-E3F8-51AB-89CC3A637501}"/>
          </ac:spMkLst>
        </pc:spChg>
      </pc:sldChg>
      <pc:sldChg chg="addSp modSp new mod">
        <pc:chgData name="Alessandro Di Piazza" userId="242384fd-1746-4b70-8d90-c83f4330e5ed" providerId="ADAL" clId="{FFF1DA74-BEAE-470B-8D8A-B7A1F3E1BF85}" dt="2026-05-28T17:22:28.659" v="634" actId="2711"/>
        <pc:sldMkLst>
          <pc:docMk/>
          <pc:sldMk cId="2511972662" sldId="260"/>
        </pc:sldMkLst>
        <pc:spChg chg="mod">
          <ac:chgData name="Alessandro Di Piazza" userId="242384fd-1746-4b70-8d90-c83f4330e5ed" providerId="ADAL" clId="{FFF1DA74-BEAE-470B-8D8A-B7A1F3E1BF85}" dt="2026-05-28T17:21:26.389" v="600"/>
          <ac:spMkLst>
            <pc:docMk/>
            <pc:sldMk cId="2511972662" sldId="260"/>
            <ac:spMk id="2" creationId="{FA1D4BC7-8127-772E-A480-51B91BF438D6}"/>
          </ac:spMkLst>
        </pc:spChg>
        <pc:spChg chg="mod">
          <ac:chgData name="Alessandro Di Piazza" userId="242384fd-1746-4b70-8d90-c83f4330e5ed" providerId="ADAL" clId="{FFF1DA74-BEAE-470B-8D8A-B7A1F3E1BF85}" dt="2026-05-28T17:21:39.484" v="621" actId="20577"/>
          <ac:spMkLst>
            <pc:docMk/>
            <pc:sldMk cId="2511972662" sldId="260"/>
            <ac:spMk id="3" creationId="{6EFDD91F-5139-5940-723E-13EE30657E7A}"/>
          </ac:spMkLst>
        </pc:spChg>
        <pc:spChg chg="add mod">
          <ac:chgData name="Alessandro Di Piazza" userId="242384fd-1746-4b70-8d90-c83f4330e5ed" providerId="ADAL" clId="{FFF1DA74-BEAE-470B-8D8A-B7A1F3E1BF85}" dt="2026-05-28T17:22:28.659" v="634" actId="2711"/>
          <ac:spMkLst>
            <pc:docMk/>
            <pc:sldMk cId="2511972662" sldId="260"/>
            <ac:spMk id="5" creationId="{C66717E6-4E96-0830-5419-548C64114438}"/>
          </ac:spMkLst>
        </pc:spChg>
      </pc:sldChg>
      <pc:sldChg chg="modSp new mod">
        <pc:chgData name="Alessandro Di Piazza" userId="242384fd-1746-4b70-8d90-c83f4330e5ed" providerId="ADAL" clId="{FFF1DA74-BEAE-470B-8D8A-B7A1F3E1BF85}" dt="2026-05-29T12:18:13.776" v="669" actId="1076"/>
        <pc:sldMkLst>
          <pc:docMk/>
          <pc:sldMk cId="593474178" sldId="261"/>
        </pc:sldMkLst>
        <pc:spChg chg="mod">
          <ac:chgData name="Alessandro Di Piazza" userId="242384fd-1746-4b70-8d90-c83f4330e5ed" providerId="ADAL" clId="{FFF1DA74-BEAE-470B-8D8A-B7A1F3E1BF85}" dt="2026-05-28T17:27:37.309" v="638"/>
          <ac:spMkLst>
            <pc:docMk/>
            <pc:sldMk cId="593474178" sldId="261"/>
            <ac:spMk id="2" creationId="{534E62D3-7A3D-046F-46A3-B554268ECB8C}"/>
          </ac:spMkLst>
        </pc:spChg>
        <pc:spChg chg="mod">
          <ac:chgData name="Alessandro Di Piazza" userId="242384fd-1746-4b70-8d90-c83f4330e5ed" providerId="ADAL" clId="{FFF1DA74-BEAE-470B-8D8A-B7A1F3E1BF85}" dt="2026-05-29T12:18:13.776" v="669" actId="1076"/>
          <ac:spMkLst>
            <pc:docMk/>
            <pc:sldMk cId="593474178" sldId="261"/>
            <ac:spMk id="3" creationId="{02842E4F-1ECE-2FF7-84AF-A5FFBFC55415}"/>
          </ac:spMkLst>
        </pc:spChg>
      </pc:sldChg>
      <pc:sldChg chg="modSp new mod">
        <pc:chgData name="Alessandro Di Piazza" userId="242384fd-1746-4b70-8d90-c83f4330e5ed" providerId="ADAL" clId="{FFF1DA74-BEAE-470B-8D8A-B7A1F3E1BF85}" dt="2026-05-28T17:28:51.594" v="668" actId="5793"/>
        <pc:sldMkLst>
          <pc:docMk/>
          <pc:sldMk cId="3191494456" sldId="262"/>
        </pc:sldMkLst>
        <pc:spChg chg="mod">
          <ac:chgData name="Alessandro Di Piazza" userId="242384fd-1746-4b70-8d90-c83f4330e5ed" providerId="ADAL" clId="{FFF1DA74-BEAE-470B-8D8A-B7A1F3E1BF85}" dt="2026-05-28T17:28:15.817" v="650"/>
          <ac:spMkLst>
            <pc:docMk/>
            <pc:sldMk cId="3191494456" sldId="262"/>
            <ac:spMk id="2" creationId="{3726C457-DA5D-671F-17CA-77D1978B0631}"/>
          </ac:spMkLst>
        </pc:spChg>
        <pc:spChg chg="mod">
          <ac:chgData name="Alessandro Di Piazza" userId="242384fd-1746-4b70-8d90-c83f4330e5ed" providerId="ADAL" clId="{FFF1DA74-BEAE-470B-8D8A-B7A1F3E1BF85}" dt="2026-05-28T17:28:51.594" v="668" actId="5793"/>
          <ac:spMkLst>
            <pc:docMk/>
            <pc:sldMk cId="3191494456" sldId="262"/>
            <ac:spMk id="3" creationId="{D213E183-1DED-7BEB-AAB2-E7E94F8F4F69}"/>
          </ac:spMkLst>
        </pc:spChg>
      </pc:sldChg>
      <pc:sldChg chg="modSp new del mod">
        <pc:chgData name="Alessandro Di Piazza" userId="242384fd-1746-4b70-8d90-c83f4330e5ed" providerId="ADAL" clId="{FFF1DA74-BEAE-470B-8D8A-B7A1F3E1BF85}" dt="2026-05-29T14:02:11.900" v="714" actId="2696"/>
        <pc:sldMkLst>
          <pc:docMk/>
          <pc:sldMk cId="554109984" sldId="265"/>
        </pc:sldMkLst>
        <pc:spChg chg="mod">
          <ac:chgData name="Alessandro Di Piazza" userId="242384fd-1746-4b70-8d90-c83f4330e5ed" providerId="ADAL" clId="{FFF1DA74-BEAE-470B-8D8A-B7A1F3E1BF85}" dt="2026-05-29T13:46:35.042" v="679" actId="20577"/>
          <ac:spMkLst>
            <pc:docMk/>
            <pc:sldMk cId="554109984" sldId="265"/>
            <ac:spMk id="2" creationId="{8A33C7C4-9B7B-9817-D937-95B7966E50DE}"/>
          </ac:spMkLst>
        </pc:spChg>
        <pc:spChg chg="mod">
          <ac:chgData name="Alessandro Di Piazza" userId="242384fd-1746-4b70-8d90-c83f4330e5ed" providerId="ADAL" clId="{FFF1DA74-BEAE-470B-8D8A-B7A1F3E1BF85}" dt="2026-05-29T13:46:40.698" v="713" actId="20577"/>
          <ac:spMkLst>
            <pc:docMk/>
            <pc:sldMk cId="554109984" sldId="265"/>
            <ac:spMk id="3" creationId="{F69C4AE2-7878-6BE9-E402-DA13B25C287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7D88-E040-76AB-3F99-E563DE5F4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0484BF-576E-5200-528A-6421C50AF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DF76C-D733-1700-D182-7500E5CC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045E-5112-4D75-97C2-D21757AB00B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D0425-EBB2-366C-0DC7-BFB28099C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08BD0-1F95-9AC5-8F3D-D5898E800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2E02E-B89D-4118-8C1F-5DD4EB42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2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85935-D0B3-A489-B79E-A81B09F98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22214-E477-4A22-DAC7-F88668D13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BE70A-0AA6-2B96-0A98-C2B19D0A8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045E-5112-4D75-97C2-D21757AB00B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42DCC-5C9C-D35A-917E-2198F3A80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AD3EB-75A3-2289-4798-6F0DC9F0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2E02E-B89D-4118-8C1F-5DD4EB42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220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BCFAD-742D-2656-F808-98776DF42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0A57D-0EAB-3B89-8FD5-182F82AFE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4D636-9B8E-5B55-7BED-79354FB9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045E-5112-4D75-97C2-D21757AB00B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4F6DA-5FDA-9FD2-BDD1-A55093A81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A5167-2DE7-D10A-F87D-EFDE7CFFB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2E02E-B89D-4118-8C1F-5DD4EB42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7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39DE-90C1-E579-0B2B-1DF4B4F6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04941-6780-9783-69DA-19AA4B032A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9E2AF-E575-C507-79F9-35684BDB0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0D0FC-25AB-B836-F3ED-300C9A127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045E-5112-4D75-97C2-D21757AB00B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9E32B-952A-C099-421F-835B80D6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12616-B3BF-154F-0EA6-D80F19F3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2E02E-B89D-4118-8C1F-5DD4EB42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97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96B1C-5462-238F-B6AB-FA363F951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358AF-2B49-D67A-4641-CF6D7B95D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A9949-12F6-C9AF-3898-6CAA6175A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F58A0-B22A-4E7D-C53B-F88A4FB13E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50BC59-ACCE-3100-56FE-31220EAABE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9BFE49-E5DA-1B49-DA8C-918D267FD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045E-5112-4D75-97C2-D21757AB00B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A35A99-D6AB-2660-47A0-259C8C76C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DC461-C194-59BE-EDE1-FAA441D82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2E02E-B89D-4118-8C1F-5DD4EB42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48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7C356-2D1E-248F-28AD-140A37D03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B3031-ECFE-4B05-C5E9-A0CB06AE7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045E-5112-4D75-97C2-D21757AB00B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57F365-ECAD-9481-A6A3-64B293190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71F137-CE2E-BDA0-AAB2-594BF33D5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2E02E-B89D-4118-8C1F-5DD4EB42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45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B70D90-99E8-7040-182A-3E9088946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045E-5112-4D75-97C2-D21757AB00B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A1A920-982D-A327-F893-F4914B02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6A7D7-157E-404C-2F8E-37163C8D4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2E02E-B89D-4118-8C1F-5DD4EB42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62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3429C-B35C-EA32-4F31-77EA3CD27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510C1-F66A-0E38-ED0F-D311255DA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77D37-A0D8-E00D-F560-A00C437FE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F450B-5C7F-E3A1-C458-333664B52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045E-5112-4D75-97C2-D21757AB00B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30817-FCE1-C3CC-6A0C-396F5EB9F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22094-611A-1AF3-211D-2137EF0BA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2E02E-B89D-4118-8C1F-5DD4EB42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D7931-0D8A-C505-17CF-9A7B3AF6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515CA-350D-701B-76D4-756F354F56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D16CE-B73F-6B7C-5E2F-A6EFD3E63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4A0D7-86F5-ADCD-0BD7-19E9B680E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045E-5112-4D75-97C2-D21757AB00B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D0D7B-7D7F-DD98-AFBB-6434DC926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67DA1-C673-24C7-75E2-0614653B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2E02E-B89D-4118-8C1F-5DD4EB42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4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4733-AF5A-F66A-310C-CD8EEC00B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F4E2D7-6E02-A792-CA23-9580251C5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76729-6B62-790F-E59D-A533D968E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045E-5112-4D75-97C2-D21757AB00B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BD662-057B-C7A7-02A2-64D735A09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3B16E-8AC9-ECF1-B748-18554B79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2E02E-B89D-4118-8C1F-5DD4EB42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62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EF50EB-DC1C-BD42-6D3A-26524800D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4D88E-D7F2-A6A3-F3A5-5EA9D2B24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32F74-4004-EC77-FF02-A5B9C95E5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045E-5112-4D75-97C2-D21757AB00B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F8F01-888E-1BDC-5D4A-3D6113655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C6201-46ED-A1BB-3CE3-9AF90DA18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2E02E-B89D-4118-8C1F-5DD4EB42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85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74506C-A130-B437-4C95-A0C738D31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61686-4C58-F344-CD2E-21E839D94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582EC-3F42-05F4-3577-4A6EE63955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2045E-5112-4D75-97C2-D21757AB00B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CC1D8-CB01-B1A5-4F3B-D812365DD0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29A7B-FAF0-BB53-D8EB-506075FA0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2E02E-B89D-4118-8C1F-5DD4EB42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2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C584C-96BD-124F-ABCA-AB9CF6FE15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Corso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E327D-758D-40CC-C224-A718EBB6EE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22 Maggio</a:t>
            </a:r>
          </a:p>
          <a:p>
            <a:r>
              <a:rPr lang="en-US" dirty="0"/>
              <a:t>28-29 Maggio</a:t>
            </a:r>
          </a:p>
          <a:p>
            <a:r>
              <a:rPr lang="en-US" dirty="0"/>
              <a:t>3-4-5-8 Giugno</a:t>
            </a:r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87D3EFB6-5019-A5A0-925E-B94D9D24B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164" y="1122363"/>
            <a:ext cx="1353671" cy="135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898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8523-6E12-8416-14A8-C44FD4A12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– </a:t>
            </a:r>
            <a:r>
              <a:rPr lang="en-US" dirty="0" err="1"/>
              <a:t>Rubrica</a:t>
            </a:r>
            <a:r>
              <a:rPr lang="en-US" dirty="0"/>
              <a:t> </a:t>
            </a:r>
            <a:r>
              <a:rPr lang="en-US" dirty="0" err="1"/>
              <a:t>telefonica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FCC2E-BCED-18A7-5712-A11442683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un </a:t>
            </a:r>
            <a:r>
              <a:rPr lang="en-US" dirty="0" err="1"/>
              <a:t>ciclo</a:t>
            </a:r>
            <a:r>
              <a:rPr lang="en-US" dirty="0"/>
              <a:t> while </a:t>
            </a:r>
            <a:r>
              <a:rPr lang="en-US" dirty="0" err="1"/>
              <a:t>fino</a:t>
            </a:r>
            <a:r>
              <a:rPr lang="en-US" dirty="0"/>
              <a:t> a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l’utente</a:t>
            </a:r>
            <a:r>
              <a:rPr lang="en-US" dirty="0"/>
              <a:t> </a:t>
            </a:r>
            <a:r>
              <a:rPr lang="en-US" dirty="0" err="1"/>
              <a:t>inserisce</a:t>
            </a:r>
            <a:r>
              <a:rPr lang="en-US" dirty="0"/>
              <a:t> “end”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chiedi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, </a:t>
            </a:r>
            <a:r>
              <a:rPr lang="en-US" dirty="0" err="1"/>
              <a:t>cognome</a:t>
            </a:r>
            <a:r>
              <a:rPr lang="en-US" dirty="0"/>
              <a:t> e </a:t>
            </a:r>
            <a:r>
              <a:rPr lang="en-US" dirty="0" err="1"/>
              <a:t>numero</a:t>
            </a:r>
            <a:r>
              <a:rPr lang="en-US" dirty="0"/>
              <a:t> di </a:t>
            </a:r>
            <a:r>
              <a:rPr lang="en-US" dirty="0" err="1"/>
              <a:t>telefono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inserisci</a:t>
            </a:r>
            <a:r>
              <a:rPr lang="en-US" dirty="0"/>
              <a:t> </a:t>
            </a:r>
            <a:r>
              <a:rPr lang="en-US" dirty="0" err="1"/>
              <a:t>queste</a:t>
            </a:r>
            <a:r>
              <a:rPr lang="en-US" dirty="0"/>
              <a:t> </a:t>
            </a:r>
            <a:r>
              <a:rPr lang="en-US" dirty="0" err="1"/>
              <a:t>informazioni</a:t>
            </a:r>
            <a:r>
              <a:rPr lang="en-US" dirty="0"/>
              <a:t>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tupla</a:t>
            </a:r>
            <a:r>
              <a:rPr lang="en-US" dirty="0"/>
              <a:t> e </a:t>
            </a:r>
            <a:r>
              <a:rPr lang="en-US" dirty="0" err="1"/>
              <a:t>accodala</a:t>
            </a:r>
            <a:r>
              <a:rPr lang="en-US" dirty="0"/>
              <a:t> ad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lista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Al </a:t>
            </a:r>
            <a:r>
              <a:rPr lang="en-US" dirty="0" err="1"/>
              <a:t>termine</a:t>
            </a:r>
            <a:r>
              <a:rPr lang="en-US" dirty="0"/>
              <a:t> del </a:t>
            </a:r>
            <a:r>
              <a:rPr lang="en-US" dirty="0" err="1"/>
              <a:t>ciclo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Riordina</a:t>
            </a:r>
            <a:r>
              <a:rPr lang="en-US" dirty="0"/>
              <a:t> la </a:t>
            </a:r>
            <a:r>
              <a:rPr lang="en-US" dirty="0" err="1"/>
              <a:t>lista</a:t>
            </a:r>
            <a:r>
              <a:rPr lang="en-US" dirty="0"/>
              <a:t> per </a:t>
            </a:r>
            <a:r>
              <a:rPr lang="en-US" dirty="0" err="1"/>
              <a:t>cognome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Stampa a video la </a:t>
            </a:r>
            <a:r>
              <a:rPr lang="en-US" dirty="0" err="1"/>
              <a:t>rubrica</a:t>
            </a:r>
            <a:r>
              <a:rPr lang="en-US" dirty="0"/>
              <a:t> </a:t>
            </a:r>
            <a:r>
              <a:rPr lang="en-US" dirty="0" err="1"/>
              <a:t>ordinata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Opzionale</a:t>
            </a:r>
            <a:r>
              <a:rPr lang="en-US" dirty="0"/>
              <a:t> : </a:t>
            </a:r>
            <a:r>
              <a:rPr lang="en-US" dirty="0" err="1"/>
              <a:t>aggiungi</a:t>
            </a:r>
            <a:r>
              <a:rPr lang="en-US" dirty="0"/>
              <a:t> </a:t>
            </a:r>
            <a:r>
              <a:rPr lang="en-US" dirty="0" err="1"/>
              <a:t>validazioni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389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ECF0D-4028-0C39-BA46-C51C639A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 </a:t>
            </a:r>
            <a:r>
              <a:rPr lang="en-US" dirty="0" err="1"/>
              <a:t>lezioni</a:t>
            </a:r>
            <a:r>
              <a:rPr lang="en-US" dirty="0"/>
              <a:t> </a:t>
            </a:r>
            <a:r>
              <a:rPr lang="en-US" dirty="0" err="1"/>
              <a:t>riprenderanno</a:t>
            </a:r>
            <a:r>
              <a:rPr lang="en-US" dirty="0"/>
              <a:t> alle 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0001D-6801-47FE-A943-F4F6FFBF7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Pausa</a:t>
            </a:r>
          </a:p>
        </p:txBody>
      </p:sp>
    </p:spTree>
    <p:extLst>
      <p:ext uri="{BB962C8B-B14F-4D97-AF65-F5344CB8AC3E}">
        <p14:creationId xmlns:p14="http://schemas.microsoft.com/office/powerpoint/2010/main" val="1571660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47427-735C-0D93-05A6-84E1350B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— Sistema di gestione veicoli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7BB01-55FE-C2CA-7F1E-F3BCB87CF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it-IT" b="1" dirty="0"/>
              <a:t>Step 1 — Creare la classe padre</a:t>
            </a:r>
          </a:p>
          <a:p>
            <a:r>
              <a:rPr lang="it-IT" dirty="0"/>
              <a:t>Creare una classe chiamata Veicolo.</a:t>
            </a:r>
          </a:p>
          <a:p>
            <a:pPr marL="0" indent="0">
              <a:buNone/>
            </a:pPr>
            <a:r>
              <a:rPr lang="it-IT" b="1" dirty="0"/>
              <a:t>Attributi</a:t>
            </a:r>
          </a:p>
          <a:p>
            <a:r>
              <a:rPr lang="it-IT" dirty="0"/>
              <a:t>marchio </a:t>
            </a:r>
          </a:p>
          <a:p>
            <a:r>
              <a:rPr lang="it-IT" dirty="0"/>
              <a:t>modello </a:t>
            </a:r>
          </a:p>
          <a:p>
            <a:r>
              <a:rPr lang="it-IT" dirty="0"/>
              <a:t>anno </a:t>
            </a:r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r>
              <a:rPr lang="it-IT" b="1" dirty="0"/>
              <a:t>Metodo</a:t>
            </a:r>
          </a:p>
          <a:p>
            <a:r>
              <a:rPr lang="it-IT" dirty="0"/>
              <a:t>stampa_info()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Esempio:</a:t>
            </a:r>
          </a:p>
          <a:p>
            <a:pPr marL="0" indent="0">
              <a:buNone/>
            </a:pPr>
            <a:r>
              <a:rPr lang="it-IT" dirty="0"/>
              <a:t>Toyota Corolla (2022)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03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DA299-5856-5F4F-02D5-3FF74540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— Sistema di gestione veicoli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F875C-A027-19E4-6C27-7D2EE4FDE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Step 2 — Creare le sottoclassi</a:t>
            </a:r>
          </a:p>
          <a:p>
            <a:pPr marL="0" indent="0">
              <a:buNone/>
            </a:pPr>
            <a:r>
              <a:rPr lang="it-IT" dirty="0"/>
              <a:t>Creare due sottoclassi:</a:t>
            </a:r>
          </a:p>
          <a:p>
            <a:r>
              <a:rPr lang="it-IT" dirty="0"/>
              <a:t>Auto </a:t>
            </a:r>
          </a:p>
          <a:p>
            <a:r>
              <a:rPr lang="it-IT" dirty="0"/>
              <a:t>Moto </a:t>
            </a:r>
          </a:p>
          <a:p>
            <a:pPr marL="0" indent="0">
              <a:buNone/>
            </a:pPr>
            <a:r>
              <a:rPr lang="it-IT" dirty="0"/>
              <a:t>Entrambe devono ereditare dalla classe Veicolo.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618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4B37A-1AE1-2CD5-9DA1-0465470A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— Sistema di gestione veicoli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59152-1023-F29B-A367-527BA0C68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b="1" dirty="0"/>
              <a:t>Step 3 — Classe Auto (Veicolo)</a:t>
            </a:r>
            <a:br>
              <a:rPr lang="it-IT" b="1" dirty="0"/>
            </a:br>
            <a:r>
              <a:rPr lang="it-IT" dirty="0"/>
              <a:t>La classe Auto deve contenere i seguenti attributi aggiuntivi.</a:t>
            </a:r>
          </a:p>
          <a:p>
            <a:pPr marL="0" indent="0">
              <a:buNone/>
            </a:pPr>
            <a:r>
              <a:rPr lang="it-IT" b="1" dirty="0"/>
              <a:t>Attributi</a:t>
            </a:r>
          </a:p>
          <a:p>
            <a:r>
              <a:rPr lang="it-IT" dirty="0"/>
              <a:t>alimentazione (enum)</a:t>
            </a:r>
          </a:p>
          <a:p>
            <a:pPr lvl="1"/>
            <a:r>
              <a:rPr lang="it-IT" dirty="0"/>
              <a:t>Elettrica </a:t>
            </a:r>
          </a:p>
          <a:p>
            <a:pPr lvl="1"/>
            <a:r>
              <a:rPr lang="it-IT" dirty="0"/>
              <a:t>Benzina </a:t>
            </a:r>
          </a:p>
          <a:p>
            <a:pPr lvl="1"/>
            <a:r>
              <a:rPr lang="it-IT" dirty="0"/>
              <a:t>Diesel </a:t>
            </a:r>
          </a:p>
          <a:p>
            <a:pPr lvl="1"/>
            <a:r>
              <a:rPr lang="it-IT" dirty="0"/>
              <a:t>Gas </a:t>
            </a:r>
          </a:p>
          <a:p>
            <a:r>
              <a:rPr lang="it-IT" dirty="0"/>
              <a:t>cilindrata </a:t>
            </a:r>
          </a:p>
          <a:p>
            <a:pPr lvl="1"/>
            <a:r>
              <a:rPr lang="it-IT" dirty="0"/>
              <a:t>esempio: 1200, 1600, 2000 </a:t>
            </a:r>
          </a:p>
          <a:p>
            <a:pPr lvl="1"/>
            <a:r>
              <a:rPr lang="it-IT" dirty="0"/>
              <a:t>può essere None per le auto elettriche </a:t>
            </a:r>
          </a:p>
          <a:p>
            <a:r>
              <a:rPr lang="it-IT" dirty="0"/>
              <a:t>cavalli </a:t>
            </a:r>
          </a:p>
          <a:p>
            <a:r>
              <a:rPr lang="it-IT" dirty="0"/>
              <a:t>cambio_automatico ( True oppure False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857A5-1336-E3F8-51AB-89CC3A637501}"/>
              </a:ext>
            </a:extLst>
          </p:cNvPr>
          <p:cNvSpPr txBox="1"/>
          <p:nvPr/>
        </p:nvSpPr>
        <p:spPr>
          <a:xfrm>
            <a:off x="7620000" y="2516884"/>
            <a:ext cx="39444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it-IT" b="1" dirty="0"/>
              <a:t>Override del metodo stampa_info()</a:t>
            </a:r>
            <a:br>
              <a:rPr lang="it-IT" b="1" dirty="0"/>
            </a:br>
            <a:r>
              <a:rPr lang="it-IT" dirty="0"/>
              <a:t>Esempio output:</a:t>
            </a:r>
          </a:p>
          <a:p>
            <a:pPr marL="0" indent="0">
              <a:buNone/>
            </a:pPr>
            <a:r>
              <a:rPr lang="it-IT" dirty="0"/>
              <a:t>Tesla Model 3 (2024)</a:t>
            </a:r>
            <a:br>
              <a:rPr lang="it-IT" dirty="0"/>
            </a:br>
            <a:r>
              <a:rPr lang="it-IT" dirty="0"/>
              <a:t>Alimentazione: Elettrica</a:t>
            </a:r>
            <a:br>
              <a:rPr lang="it-IT" dirty="0"/>
            </a:br>
            <a:r>
              <a:rPr lang="it-IT" dirty="0"/>
              <a:t>Potenza: 283 CV</a:t>
            </a:r>
            <a:br>
              <a:rPr lang="it-IT" dirty="0"/>
            </a:br>
            <a:r>
              <a:rPr lang="it-IT" dirty="0"/>
              <a:t>Cambio automatico: True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D4FB1C-ADE0-3312-749D-F3F50FA02882}"/>
              </a:ext>
            </a:extLst>
          </p:cNvPr>
          <p:cNvSpPr txBox="1"/>
          <p:nvPr/>
        </p:nvSpPr>
        <p:spPr>
          <a:xfrm>
            <a:off x="7620000" y="4498350"/>
            <a:ext cx="39444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it-IT" b="1" dirty="0"/>
              <a:t>Override del metodo stampa_info()</a:t>
            </a:r>
            <a:br>
              <a:rPr lang="it-IT" b="1" dirty="0"/>
            </a:br>
            <a:r>
              <a:rPr lang="it-IT" dirty="0"/>
              <a:t>Esempio output:</a:t>
            </a:r>
          </a:p>
          <a:p>
            <a:pPr marL="0" indent="0">
              <a:buNone/>
            </a:pPr>
            <a:r>
              <a:rPr lang="it-IT" dirty="0"/>
              <a:t>BMW X3 (2024)</a:t>
            </a:r>
            <a:br>
              <a:rPr lang="it-IT" dirty="0"/>
            </a:br>
            <a:r>
              <a:rPr lang="it-IT" dirty="0"/>
              <a:t>Alimentazione: Diesel</a:t>
            </a:r>
            <a:br>
              <a:rPr lang="it-IT" dirty="0"/>
            </a:br>
            <a:r>
              <a:rPr lang="it-IT" dirty="0"/>
              <a:t>Potenza: 155 CV</a:t>
            </a:r>
          </a:p>
          <a:p>
            <a:pPr marL="0" indent="0">
              <a:buNone/>
            </a:pPr>
            <a:r>
              <a:rPr lang="it-IT" dirty="0"/>
              <a:t>Cilindrata: 2000</a:t>
            </a:r>
            <a:br>
              <a:rPr lang="it-IT" dirty="0"/>
            </a:br>
            <a:r>
              <a:rPr lang="it-IT" dirty="0"/>
              <a:t>Cambio automatico: True</a:t>
            </a:r>
          </a:p>
        </p:txBody>
      </p:sp>
    </p:spTree>
    <p:extLst>
      <p:ext uri="{BB962C8B-B14F-4D97-AF65-F5344CB8AC3E}">
        <p14:creationId xmlns:p14="http://schemas.microsoft.com/office/powerpoint/2010/main" val="887012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D4BC7-8127-772E-A480-51B91BF43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— Sistema di gestione veicoli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DD91F-5139-5940-723E-13EE30657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b="1" dirty="0"/>
              <a:t>Step 4 — Classe Moto</a:t>
            </a:r>
          </a:p>
          <a:p>
            <a:r>
              <a:rPr lang="it-IT" dirty="0"/>
              <a:t>La classe Moto deve contenere:</a:t>
            </a:r>
          </a:p>
          <a:p>
            <a:pPr marL="0" indent="0">
              <a:buNone/>
            </a:pPr>
            <a:r>
              <a:rPr lang="it-IT" b="1" dirty="0"/>
              <a:t>Attributi</a:t>
            </a:r>
          </a:p>
          <a:p>
            <a:r>
              <a:rPr lang="it-IT" dirty="0"/>
              <a:t>alimentazione </a:t>
            </a:r>
          </a:p>
          <a:p>
            <a:r>
              <a:rPr lang="it-IT" dirty="0"/>
              <a:t>cilindrata </a:t>
            </a:r>
          </a:p>
          <a:p>
            <a:r>
              <a:rPr lang="it-IT" dirty="0"/>
              <a:t>cavalli </a:t>
            </a:r>
          </a:p>
          <a:p>
            <a:r>
              <a:rPr lang="it-IT" dirty="0"/>
              <a:t>tipologia</a:t>
            </a:r>
          </a:p>
          <a:p>
            <a:pPr lvl="1"/>
            <a:r>
              <a:rPr lang="it-IT" dirty="0"/>
              <a:t>Sportiva </a:t>
            </a:r>
          </a:p>
          <a:p>
            <a:pPr lvl="1"/>
            <a:r>
              <a:rPr lang="it-IT" dirty="0"/>
              <a:t>Touring </a:t>
            </a:r>
          </a:p>
          <a:p>
            <a:pPr lvl="1"/>
            <a:r>
              <a:rPr lang="it-IT" dirty="0"/>
              <a:t>Naked </a:t>
            </a:r>
          </a:p>
          <a:p>
            <a:pPr lvl="1"/>
            <a:r>
              <a:rPr lang="it-IT" dirty="0"/>
              <a:t>Scooter </a:t>
            </a:r>
          </a:p>
          <a:p>
            <a:pPr lvl="1"/>
            <a:r>
              <a:rPr lang="it-IT" dirty="0"/>
              <a:t>Enduro </a:t>
            </a:r>
          </a:p>
          <a:p>
            <a:r>
              <a:rPr lang="it-IT" dirty="0"/>
              <a:t>ha_abs </a:t>
            </a:r>
          </a:p>
          <a:p>
            <a:pPr lvl="1"/>
            <a:r>
              <a:rPr lang="it-IT" dirty="0"/>
              <a:t>True oppure False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717E6-4E96-0830-5419-548C64114438}"/>
              </a:ext>
            </a:extLst>
          </p:cNvPr>
          <p:cNvSpPr txBox="1"/>
          <p:nvPr/>
        </p:nvSpPr>
        <p:spPr>
          <a:xfrm>
            <a:off x="6866964" y="2413337"/>
            <a:ext cx="40161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b="1" dirty="0"/>
              <a:t>Override del metodo stampa_info()</a:t>
            </a:r>
          </a:p>
          <a:p>
            <a:pPr>
              <a:buNone/>
            </a:pPr>
            <a:r>
              <a:rPr lang="it-IT" sz="1400" dirty="0"/>
              <a:t>Esempio:</a:t>
            </a:r>
          </a:p>
          <a:p>
            <a:pPr rtl="0">
              <a:buNone/>
            </a:pPr>
            <a:r>
              <a:rPr lang="it-IT" sz="1400" dirty="0"/>
              <a:t>Yamaha MT-07 (2023)</a:t>
            </a:r>
            <a:br>
              <a:rPr lang="it-IT" sz="1400" dirty="0"/>
            </a:br>
            <a:r>
              <a:rPr lang="it-IT" sz="1400" dirty="0"/>
              <a:t>Tipologia: Naked</a:t>
            </a:r>
            <a:br>
              <a:rPr lang="it-IT" sz="1400" dirty="0"/>
            </a:br>
            <a:r>
              <a:rPr lang="it-IT" sz="1400" dirty="0"/>
              <a:t>Alimentazione: Benzina</a:t>
            </a:r>
            <a:br>
              <a:rPr lang="it-IT" sz="1400" dirty="0"/>
            </a:br>
            <a:r>
              <a:rPr lang="it-IT" sz="1400" dirty="0"/>
              <a:t>Cilindrata: 689 cc</a:t>
            </a:r>
            <a:br>
              <a:rPr lang="it-IT" sz="1400" dirty="0"/>
            </a:br>
            <a:r>
              <a:rPr lang="it-IT" sz="1400" dirty="0"/>
              <a:t>Potenza: 73 CV</a:t>
            </a:r>
            <a:br>
              <a:rPr lang="it-IT" sz="1400" dirty="0"/>
            </a:br>
            <a:r>
              <a:rPr lang="it-IT" sz="1400" dirty="0"/>
              <a:t>ABS: True</a:t>
            </a:r>
          </a:p>
        </p:txBody>
      </p:sp>
    </p:spTree>
    <p:extLst>
      <p:ext uri="{BB962C8B-B14F-4D97-AF65-F5344CB8AC3E}">
        <p14:creationId xmlns:p14="http://schemas.microsoft.com/office/powerpoint/2010/main" val="2511972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E62D3-7A3D-046F-46A3-B554268E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— Sistema di gestione veicoli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42E4F-1ECE-2FF7-84AF-A5FFBFC55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706" y="1852519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Creare:</a:t>
            </a:r>
          </a:p>
          <a:p>
            <a:pPr marL="0" indent="0">
              <a:buNone/>
            </a:pPr>
            <a:r>
              <a:rPr lang="it-IT" dirty="0"/>
              <a:t>almeno 3 automobili (Auto)</a:t>
            </a:r>
          </a:p>
          <a:p>
            <a:pPr marL="0" indent="0">
              <a:buNone/>
            </a:pPr>
            <a:r>
              <a:rPr lang="it-IT" dirty="0"/>
              <a:t>almeno 3 motociclette  (Moto)</a:t>
            </a:r>
          </a:p>
          <a:p>
            <a:r>
              <a:rPr lang="it-IT" dirty="0"/>
              <a:t>Salvarle in una lista:</a:t>
            </a:r>
          </a:p>
          <a:p>
            <a:pPr marL="0" indent="0">
              <a:buNone/>
            </a:pPr>
            <a:r>
              <a:rPr lang="it-IT" dirty="0"/>
              <a:t>veicoli = []</a:t>
            </a:r>
          </a:p>
          <a:p>
            <a:pPr marL="0" indent="0">
              <a:buNone/>
            </a:pPr>
            <a:r>
              <a:rPr lang="it-IT" dirty="0"/>
              <a:t>veicoli.append( ....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Scorrere la lista ed eseguire:</a:t>
            </a:r>
          </a:p>
          <a:p>
            <a:r>
              <a:rPr lang="it-IT" dirty="0"/>
              <a:t>veicolo.stampa_info()</a:t>
            </a:r>
          </a:p>
          <a:p>
            <a:pPr marL="0" indent="0">
              <a:buNone/>
            </a:pPr>
            <a:r>
              <a:rPr lang="it-IT" dirty="0"/>
              <a:t>Ogni oggetto dovrà comportarsi in modo diverso in base alla propria classe.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93474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6C457-DA5D-671F-17CA-77D1978B0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— Sistema di gestione veicoli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E183-1DED-7BEB-AAB2-E7E94F8F4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Creare le seguenti funzioni:</a:t>
            </a:r>
          </a:p>
          <a:p>
            <a:r>
              <a:rPr lang="it-IT" dirty="0"/>
              <a:t>conta_auto_elettriche(veicoli) -Restituisce quante auto elettriche sono presenti.</a:t>
            </a:r>
          </a:p>
          <a:p>
            <a:r>
              <a:rPr lang="it-IT" dirty="0"/>
              <a:t>trova_veicolo_piu_potente(veicoli) - Restituisce il veicolo con più cavalli.</a:t>
            </a:r>
          </a:p>
          <a:p>
            <a:r>
              <a:rPr lang="en-US" dirty="0" err="1"/>
              <a:t>media_cavalli</a:t>
            </a:r>
            <a:r>
              <a:rPr lang="en-US" dirty="0"/>
              <a:t>(</a:t>
            </a:r>
            <a:r>
              <a:rPr lang="en-US" dirty="0" err="1"/>
              <a:t>veicoli</a:t>
            </a:r>
            <a:r>
              <a:rPr lang="en-US" dirty="0"/>
              <a:t>) - </a:t>
            </a:r>
            <a:r>
              <a:rPr lang="it-IT" dirty="0"/>
              <a:t>Restituisce la media dei cavalli di tutti i veicoli.</a:t>
            </a:r>
          </a:p>
          <a:p>
            <a:pPr marL="0" indent="0">
              <a:buNone/>
            </a:pPr>
            <a:endParaRPr lang="en-US" dirty="0"/>
          </a:p>
          <a:p>
            <a:endParaRPr lang="it-IT" dirty="0"/>
          </a:p>
          <a:p>
            <a:endParaRPr lang="it-I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494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441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Corso Python</vt:lpstr>
      <vt:lpstr>Esercizio – Rubrica telefonica</vt:lpstr>
      <vt:lpstr>Le lezioni riprenderanno alle 11</vt:lpstr>
      <vt:lpstr>Esercizio — Sistema di gestione veicoli</vt:lpstr>
      <vt:lpstr>Esercizio — Sistema di gestione veicoli</vt:lpstr>
      <vt:lpstr>Esercizio — Sistema di gestione veicoli</vt:lpstr>
      <vt:lpstr>Esercizio — Sistema di gestione veicoli</vt:lpstr>
      <vt:lpstr>Esercizio — Sistema di gestione veicoli</vt:lpstr>
      <vt:lpstr>Esercizio — Sistema di gestione veicoli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Di Piazza</dc:creator>
  <cp:lastModifiedBy>Alessandro Di Piazza</cp:lastModifiedBy>
  <cp:revision>2</cp:revision>
  <dcterms:created xsi:type="dcterms:W3CDTF">2026-05-28T17:11:11Z</dcterms:created>
  <dcterms:modified xsi:type="dcterms:W3CDTF">2026-05-29T14:02:14Z</dcterms:modified>
</cp:coreProperties>
</file>