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custSel addSld delSld modSld">
      <pc:chgData name="Alessandro Di Piazza" userId="242384fd-1746-4b70-8d90-c83f4330e5ed" providerId="ADAL" clId="{FFF1DA74-BEAE-470B-8D8A-B7A1F3E1BF85}" dt="2026-05-29T14:28:47.381" v="100" actId="2696"/>
      <pc:docMkLst>
        <pc:docMk/>
      </pc:docMkLst>
      <pc:sldChg chg="add">
        <pc:chgData name="Alessandro Di Piazza" userId="242384fd-1746-4b70-8d90-c83f4330e5ed" providerId="ADAL" clId="{FFF1DA74-BEAE-470B-8D8A-B7A1F3E1BF85}" dt="2026-05-29T14:25:34.387" v="0"/>
        <pc:sldMkLst>
          <pc:docMk/>
          <pc:sldMk cId="722898410" sldId="258"/>
        </pc:sldMkLst>
      </pc:sldChg>
      <pc:sldChg chg="new del">
        <pc:chgData name="Alessandro Di Piazza" userId="242384fd-1746-4b70-8d90-c83f4330e5ed" providerId="ADAL" clId="{FFF1DA74-BEAE-470B-8D8A-B7A1F3E1BF85}" dt="2026-05-29T14:26:07.460" v="6" actId="2696"/>
        <pc:sldMkLst>
          <pc:docMk/>
          <pc:sldMk cId="1004255872" sldId="259"/>
        </pc:sldMkLst>
      </pc:sldChg>
      <pc:sldChg chg="modSp add mod">
        <pc:chgData name="Alessandro Di Piazza" userId="242384fd-1746-4b70-8d90-c83f4330e5ed" providerId="ADAL" clId="{FFF1DA74-BEAE-470B-8D8A-B7A1F3E1BF85}" dt="2026-05-29T14:28:42.219" v="99" actId="113"/>
        <pc:sldMkLst>
          <pc:docMk/>
          <pc:sldMk cId="1849798557" sldId="260"/>
        </pc:sldMkLst>
        <pc:spChg chg="mod">
          <ac:chgData name="Alessandro Di Piazza" userId="242384fd-1746-4b70-8d90-c83f4330e5ed" providerId="ADAL" clId="{FFF1DA74-BEAE-470B-8D8A-B7A1F3E1BF85}" dt="2026-05-29T14:27:35.550" v="39" actId="20577"/>
          <ac:spMkLst>
            <pc:docMk/>
            <pc:sldMk cId="1849798557" sldId="260"/>
            <ac:spMk id="2" creationId="{CDBA9788-5D0B-1FEC-B461-6A332143BFE1}"/>
          </ac:spMkLst>
        </pc:spChg>
        <pc:spChg chg="mod">
          <ac:chgData name="Alessandro Di Piazza" userId="242384fd-1746-4b70-8d90-c83f4330e5ed" providerId="ADAL" clId="{FFF1DA74-BEAE-470B-8D8A-B7A1F3E1BF85}" dt="2026-05-29T14:28:42.219" v="99" actId="113"/>
          <ac:spMkLst>
            <pc:docMk/>
            <pc:sldMk cId="1849798557" sldId="260"/>
            <ac:spMk id="3" creationId="{8C77AC92-9F11-6E10-67D3-DB23BF6BC799}"/>
          </ac:spMkLst>
        </pc:spChg>
      </pc:sldChg>
      <pc:sldChg chg="add del">
        <pc:chgData name="Alessandro Di Piazza" userId="242384fd-1746-4b70-8d90-c83f4330e5ed" providerId="ADAL" clId="{FFF1DA74-BEAE-470B-8D8A-B7A1F3E1BF85}" dt="2026-05-29T14:25:55.918" v="3"/>
        <pc:sldMkLst>
          <pc:docMk/>
          <pc:sldMk cId="3012669293" sldId="260"/>
        </pc:sldMkLst>
      </pc:sldChg>
      <pc:sldChg chg="addSp delSp modSp new del mod">
        <pc:chgData name="Alessandro Di Piazza" userId="242384fd-1746-4b70-8d90-c83f4330e5ed" providerId="ADAL" clId="{FFF1DA74-BEAE-470B-8D8A-B7A1F3E1BF85}" dt="2026-05-29T14:28:47.381" v="100" actId="2696"/>
        <pc:sldMkLst>
          <pc:docMk/>
          <pc:sldMk cId="77612620" sldId="261"/>
        </pc:sldMkLst>
        <pc:spChg chg="add del mod">
          <ac:chgData name="Alessandro Di Piazza" userId="242384fd-1746-4b70-8d90-c83f4330e5ed" providerId="ADAL" clId="{FFF1DA74-BEAE-470B-8D8A-B7A1F3E1BF85}" dt="2026-05-29T14:26:49.749" v="12"/>
          <ac:spMkLst>
            <pc:docMk/>
            <pc:sldMk cId="77612620" sldId="261"/>
            <ac:spMk id="5" creationId="{0F2CD688-3AE4-8F4C-FEC0-F9A43FBD9CF1}"/>
          </ac:spMkLst>
        </pc:spChg>
      </pc:sldChg>
      <pc:sldChg chg="add del">
        <pc:chgData name="Alessandro Di Piazza" userId="242384fd-1746-4b70-8d90-c83f4330e5ed" providerId="ADAL" clId="{FFF1DA74-BEAE-470B-8D8A-B7A1F3E1BF85}" dt="2026-05-29T14:26:10.345" v="7" actId="2696"/>
        <pc:sldMkLst>
          <pc:docMk/>
          <pc:sldMk cId="2275532685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CF74-2E11-1B70-ACD4-F48DA997D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4AA97-4334-F9A8-FC8C-206B0C434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3136F-04ED-ED76-28C8-A35B8AB2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C5B8B-78E5-0D0B-BED7-DF4AA219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6C6F7-FF6F-4331-12A4-7BD41EAF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3765E-42DA-62C9-D1EF-E1F0F185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C1CF-C7E7-1814-C807-E2D2DABC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2A730-F6A0-4716-7DB8-74743C60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FAEF2-B2DD-B73D-CA0E-1892595C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640EA-D2E9-ADA3-D561-83B9F58A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9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F6D1-B5A0-7521-D726-5D833597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0E99D-B837-0DC8-3831-777C7F9FD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3134E-7D16-8367-24C7-9CA8E440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44216-1C0A-BF44-E8A4-D109F46B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266B5-16A7-90CD-E0A9-E0D47D7D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6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845B-F246-CB2C-5A0F-4FE08DD5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867F-8237-BA0A-E0CB-DC02C324D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F38A9-5345-F613-7A85-ED63287A7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3502E-2F3F-89B3-4D4C-CBAED25A2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E72E5-AEC2-5672-0E53-6BBA1E3B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20F57-4269-12E6-498E-022D1F09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4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ABEE5-FED9-2188-A58D-976EDD54F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AD6BF-9D61-9A9B-E914-87CC73FB7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2B34-9A72-2A3B-C1B2-CF22C5B8A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C10E2-5916-542E-626F-6B4575BDB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1FD701-43FE-8A5D-E5AA-ADAEA99E3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70C0A-C98B-701F-104F-C6CE907F8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A2289-13D0-F6B4-4162-77AC938D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22F6E-E641-E453-762C-4977EBE3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9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C8671-A565-C209-E2DB-F369C438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B1ECC-1368-F6BB-4DC2-BE42F1A7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E1E4F-F24F-B149-2D0B-D7A18CADE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A72E9-B29C-2512-0239-CDE7155A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0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A99D6-5DEB-D2A7-30A2-37042C318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B8976-0EBC-276A-7511-EFB696E4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FB9CB-F286-0940-6002-47F4385A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5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7D1D-13A0-15BE-45EC-D5D77859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3654F-4500-8E09-0A5E-52CAF6B93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00E39-9C91-BDEF-CF56-9071F84D9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583DE-8F0F-D2CA-1A0D-5CAB260F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0B729-1EBA-B216-5C19-21F3086B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F7F6D-08E9-62D8-6845-7FF01791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2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050F-FD7D-7AB7-9E77-919CFAA7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22F72-44B4-703A-100A-436905233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1E0E7-064F-0F80-8EB6-7D86D3F03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FB9FB-8D02-14C0-C65E-B22DA354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2592E-846F-444F-D935-01A9B882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1F08B-D343-AB77-2A5A-25193294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8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A1EC-5494-D094-757F-EF26BBCA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F71BC-E9EF-1F18-9DAA-E63251673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D8419-9A4C-6A01-87EB-39EEFDB4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588F9-FC17-8E5B-53AD-AA29BDB6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7001C-E239-0599-7A97-75A244357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8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BA6C5-40A1-B6A9-9CAF-9669FD39C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A0B69-7A43-52F7-7884-2F664A521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2F640-C982-AE2E-EAFF-C8EA5AA2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F5959-FDB3-F17F-F0B2-0FA8720E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F6C08-412F-CD6B-D9C5-3AF7A67B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1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C44EB-DEA6-AE36-CB51-F341C823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5A771-0298-D5A7-A941-DE57A3E42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3A7B5-38F8-3514-9A2D-3528D2294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EF6DB-7E10-485F-AE68-1D1FB41E5DA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63C0B-553C-C7D2-1861-B2A2071F7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1E52C-6F43-736C-B858-7948E634C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31B41-5B55-4A15-8FB9-E6D8073AB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2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9788-5D0B-1FEC-B461-6A332143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– Mathplotlib dei passeggeri del Titanic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AC92-9F11-6E10-67D3-DB23BF6BC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it-IT" b="1" dirty="0"/>
              <a:t>Obiettivo</a:t>
            </a:r>
          </a:p>
          <a:p>
            <a:pPr marL="0" indent="0">
              <a:buNone/>
            </a:pPr>
            <a:r>
              <a:rPr lang="it-IT" dirty="0"/>
              <a:t>Utilizzare Mathplot lib per generare grafici a partire da un dataset reale.</a:t>
            </a:r>
          </a:p>
          <a:p>
            <a:pPr marL="0" indent="0">
              <a:buNone/>
            </a:pPr>
            <a:r>
              <a:rPr lang="it-IT" b="1" dirty="0"/>
              <a:t>Dataset</a:t>
            </a:r>
          </a:p>
          <a:p>
            <a:pPr marL="0" indent="0">
              <a:buNone/>
            </a:pPr>
            <a:r>
              <a:rPr lang="it-IT" dirty="0"/>
              <a:t>import pandas as pd</a:t>
            </a:r>
            <a:br>
              <a:rPr lang="it-IT" dirty="0"/>
            </a:br>
            <a:br>
              <a:rPr lang="it-IT" dirty="0"/>
            </a:br>
            <a:r>
              <a:rPr lang="it-IT" dirty="0"/>
              <a:t>url = "https://raw.githubusercontent.com/datasciencedojo/datasets/master/titanic.csv"</a:t>
            </a:r>
            <a:br>
              <a:rPr lang="it-IT" dirty="0"/>
            </a:br>
            <a:r>
              <a:rPr lang="it-IT" dirty="0"/>
              <a:t>df = pd.read_csv(url)</a:t>
            </a:r>
          </a:p>
          <a:p>
            <a:pPr marL="0" indent="0">
              <a:buNone/>
            </a:pPr>
            <a:br>
              <a:rPr lang="it-IT" dirty="0"/>
            </a:br>
            <a:endParaRPr lang="it-IT" dirty="0"/>
          </a:p>
          <a:p>
            <a:pPr>
              <a:buNone/>
            </a:pPr>
            <a:r>
              <a:rPr lang="it-IT" dirty="0"/>
              <a:t>Creare un grafico a barre che mostri quanti uomini e quante donne erano presenti a bordo.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Creare un istogramma che mostri la distribuzione delle età.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Visualizzare quanti passeggeri viaggiavano in:</a:t>
            </a:r>
          </a:p>
          <a:p>
            <a:r>
              <a:rPr lang="it-IT" dirty="0"/>
              <a:t>Prima classe </a:t>
            </a:r>
          </a:p>
          <a:p>
            <a:r>
              <a:rPr lang="it-IT" dirty="0"/>
              <a:t>Seconda classe </a:t>
            </a:r>
          </a:p>
          <a:p>
            <a:r>
              <a:rPr lang="it-IT" dirty="0"/>
              <a:t>Terza classe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Creare un grafico a torta Sopravvissuti vs Non Sopravvissuti</a:t>
            </a:r>
          </a:p>
          <a:p>
            <a:endParaRPr lang="it-IT" dirty="0"/>
          </a:p>
          <a:p>
            <a:pPr>
              <a:buNone/>
            </a:pP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9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Corso Python</vt:lpstr>
      <vt:lpstr>Esercizio – Mathplotlib dei passeggeri del Titanic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2026-05-29T14:25:29Z</dcterms:created>
  <dcterms:modified xsi:type="dcterms:W3CDTF">2026-05-29T14:29:33Z</dcterms:modified>
</cp:coreProperties>
</file>