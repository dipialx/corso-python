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modSld">
      <pc:chgData name="Alessandro Di Piazza" userId="242384fd-1746-4b70-8d90-c83f4330e5ed" providerId="ADAL" clId="{FFF1DA74-BEAE-470B-8D8A-B7A1F3E1BF85}" dt="2026-05-29T14:18:50.077" v="40"/>
      <pc:docMkLst>
        <pc:docMk/>
      </pc:docMkLst>
      <pc:sldChg chg="add">
        <pc:chgData name="Alessandro Di Piazza" userId="242384fd-1746-4b70-8d90-c83f4330e5ed" providerId="ADAL" clId="{FFF1DA74-BEAE-470B-8D8A-B7A1F3E1BF85}" dt="2026-05-29T14:16:17.434" v="0"/>
        <pc:sldMkLst>
          <pc:docMk/>
          <pc:sldMk cId="722898410" sldId="258"/>
        </pc:sldMkLst>
      </pc:sldChg>
      <pc:sldChg chg="addSp delSp modSp new mod">
        <pc:chgData name="Alessandro Di Piazza" userId="242384fd-1746-4b70-8d90-c83f4330e5ed" providerId="ADAL" clId="{FFF1DA74-BEAE-470B-8D8A-B7A1F3E1BF85}" dt="2026-05-29T14:17:25.202" v="16" actId="5793"/>
        <pc:sldMkLst>
          <pc:docMk/>
          <pc:sldMk cId="1849798557" sldId="259"/>
        </pc:sldMkLst>
        <pc:spChg chg="mod">
          <ac:chgData name="Alessandro Di Piazza" userId="242384fd-1746-4b70-8d90-c83f4330e5ed" providerId="ADAL" clId="{FFF1DA74-BEAE-470B-8D8A-B7A1F3E1BF85}" dt="2026-05-29T14:17:15.909" v="10" actId="113"/>
          <ac:spMkLst>
            <pc:docMk/>
            <pc:sldMk cId="1849798557" sldId="259"/>
            <ac:spMk id="2" creationId="{CDBA9788-5D0B-1FEC-B461-6A332143BFE1}"/>
          </ac:spMkLst>
        </pc:spChg>
        <pc:spChg chg="mod">
          <ac:chgData name="Alessandro Di Piazza" userId="242384fd-1746-4b70-8d90-c83f4330e5ed" providerId="ADAL" clId="{FFF1DA74-BEAE-470B-8D8A-B7A1F3E1BF85}" dt="2026-05-29T14:17:25.202" v="16" actId="5793"/>
          <ac:spMkLst>
            <pc:docMk/>
            <pc:sldMk cId="1849798557" sldId="259"/>
            <ac:spMk id="3" creationId="{8C77AC92-9F11-6E10-67D3-DB23BF6BC799}"/>
          </ac:spMkLst>
        </pc:spChg>
        <pc:spChg chg="add del">
          <ac:chgData name="Alessandro Di Piazza" userId="242384fd-1746-4b70-8d90-c83f4330e5ed" providerId="ADAL" clId="{FFF1DA74-BEAE-470B-8D8A-B7A1F3E1BF85}" dt="2026-05-29T14:17:04.284" v="3" actId="22"/>
          <ac:spMkLst>
            <pc:docMk/>
            <pc:sldMk cId="1849798557" sldId="259"/>
            <ac:spMk id="5" creationId="{AEB8D7F3-A810-71C2-C4BD-370EC6661F93}"/>
          </ac:spMkLst>
        </pc:spChg>
      </pc:sldChg>
      <pc:sldChg chg="modSp new mod">
        <pc:chgData name="Alessandro Di Piazza" userId="242384fd-1746-4b70-8d90-c83f4330e5ed" providerId="ADAL" clId="{FFF1DA74-BEAE-470B-8D8A-B7A1F3E1BF85}" dt="2026-05-29T14:18:45.621" v="37"/>
        <pc:sldMkLst>
          <pc:docMk/>
          <pc:sldMk cId="1063249134" sldId="260"/>
        </pc:sldMkLst>
        <pc:spChg chg="mod">
          <ac:chgData name="Alessandro Di Piazza" userId="242384fd-1746-4b70-8d90-c83f4330e5ed" providerId="ADAL" clId="{FFF1DA74-BEAE-470B-8D8A-B7A1F3E1BF85}" dt="2026-05-29T14:18:45.621" v="37"/>
          <ac:spMkLst>
            <pc:docMk/>
            <pc:sldMk cId="1063249134" sldId="260"/>
            <ac:spMk id="2" creationId="{B6CEFB4A-3FED-3385-BCC0-056BFC86028A}"/>
          </ac:spMkLst>
        </pc:spChg>
        <pc:spChg chg="mod">
          <ac:chgData name="Alessandro Di Piazza" userId="242384fd-1746-4b70-8d90-c83f4330e5ed" providerId="ADAL" clId="{FFF1DA74-BEAE-470B-8D8A-B7A1F3E1BF85}" dt="2026-05-29T14:17:40.632" v="19" actId="5793"/>
          <ac:spMkLst>
            <pc:docMk/>
            <pc:sldMk cId="1063249134" sldId="260"/>
            <ac:spMk id="3" creationId="{0A9A0314-9C55-2845-D0ED-25DB6A286F9F}"/>
          </ac:spMkLst>
        </pc:spChg>
      </pc:sldChg>
      <pc:sldChg chg="modSp new mod">
        <pc:chgData name="Alessandro Di Piazza" userId="242384fd-1746-4b70-8d90-c83f4330e5ed" providerId="ADAL" clId="{FFF1DA74-BEAE-470B-8D8A-B7A1F3E1BF85}" dt="2026-05-29T14:18:47.026" v="38"/>
        <pc:sldMkLst>
          <pc:docMk/>
          <pc:sldMk cId="2813966688" sldId="261"/>
        </pc:sldMkLst>
        <pc:spChg chg="mod">
          <ac:chgData name="Alessandro Di Piazza" userId="242384fd-1746-4b70-8d90-c83f4330e5ed" providerId="ADAL" clId="{FFF1DA74-BEAE-470B-8D8A-B7A1F3E1BF85}" dt="2026-05-29T14:18:47.026" v="38"/>
          <ac:spMkLst>
            <pc:docMk/>
            <pc:sldMk cId="2813966688" sldId="261"/>
            <ac:spMk id="2" creationId="{C1808912-9A9B-44BD-3A23-081EF42ACE8C}"/>
          </ac:spMkLst>
        </pc:spChg>
        <pc:spChg chg="mod">
          <ac:chgData name="Alessandro Di Piazza" userId="242384fd-1746-4b70-8d90-c83f4330e5ed" providerId="ADAL" clId="{FFF1DA74-BEAE-470B-8D8A-B7A1F3E1BF85}" dt="2026-05-29T14:17:59.027" v="22" actId="5793"/>
          <ac:spMkLst>
            <pc:docMk/>
            <pc:sldMk cId="2813966688" sldId="261"/>
            <ac:spMk id="3" creationId="{D5AC9933-2364-5B37-246D-1E922D17C12D}"/>
          </ac:spMkLst>
        </pc:spChg>
      </pc:sldChg>
      <pc:sldChg chg="modSp new mod">
        <pc:chgData name="Alessandro Di Piazza" userId="242384fd-1746-4b70-8d90-c83f4330e5ed" providerId="ADAL" clId="{FFF1DA74-BEAE-470B-8D8A-B7A1F3E1BF85}" dt="2026-05-29T14:18:48.457" v="39"/>
        <pc:sldMkLst>
          <pc:docMk/>
          <pc:sldMk cId="2296418589" sldId="262"/>
        </pc:sldMkLst>
        <pc:spChg chg="mod">
          <ac:chgData name="Alessandro Di Piazza" userId="242384fd-1746-4b70-8d90-c83f4330e5ed" providerId="ADAL" clId="{FFF1DA74-BEAE-470B-8D8A-B7A1F3E1BF85}" dt="2026-05-29T14:18:48.457" v="39"/>
          <ac:spMkLst>
            <pc:docMk/>
            <pc:sldMk cId="2296418589" sldId="262"/>
            <ac:spMk id="2" creationId="{977A3997-AB7E-B9D4-4748-AEA1844FA8C1}"/>
          </ac:spMkLst>
        </pc:spChg>
        <pc:spChg chg="mod">
          <ac:chgData name="Alessandro Di Piazza" userId="242384fd-1746-4b70-8d90-c83f4330e5ed" providerId="ADAL" clId="{FFF1DA74-BEAE-470B-8D8A-B7A1F3E1BF85}" dt="2026-05-29T14:18:07.514" v="25" actId="5793"/>
          <ac:spMkLst>
            <pc:docMk/>
            <pc:sldMk cId="2296418589" sldId="262"/>
            <ac:spMk id="3" creationId="{092626E8-141D-01EC-2332-9EED91354BA0}"/>
          </ac:spMkLst>
        </pc:spChg>
      </pc:sldChg>
      <pc:sldChg chg="modSp new mod">
        <pc:chgData name="Alessandro Di Piazza" userId="242384fd-1746-4b70-8d90-c83f4330e5ed" providerId="ADAL" clId="{FFF1DA74-BEAE-470B-8D8A-B7A1F3E1BF85}" dt="2026-05-29T14:18:50.077" v="40"/>
        <pc:sldMkLst>
          <pc:docMk/>
          <pc:sldMk cId="3353320050" sldId="263"/>
        </pc:sldMkLst>
        <pc:spChg chg="mod">
          <ac:chgData name="Alessandro Di Piazza" userId="242384fd-1746-4b70-8d90-c83f4330e5ed" providerId="ADAL" clId="{FFF1DA74-BEAE-470B-8D8A-B7A1F3E1BF85}" dt="2026-05-29T14:18:50.077" v="40"/>
          <ac:spMkLst>
            <pc:docMk/>
            <pc:sldMk cId="3353320050" sldId="263"/>
            <ac:spMk id="2" creationId="{C09562A2-D4BE-FE2E-CB54-474F7A7742F2}"/>
          </ac:spMkLst>
        </pc:spChg>
        <pc:spChg chg="mod">
          <ac:chgData name="Alessandro Di Piazza" userId="242384fd-1746-4b70-8d90-c83f4330e5ed" providerId="ADAL" clId="{FFF1DA74-BEAE-470B-8D8A-B7A1F3E1BF85}" dt="2026-05-29T14:18:33.430" v="36" actId="5793"/>
          <ac:spMkLst>
            <pc:docMk/>
            <pc:sldMk cId="3353320050" sldId="263"/>
            <ac:spMk id="3" creationId="{4D64840E-8324-1923-F38F-C1245C5C7BA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C2EBD-BA03-7225-97F8-3288B6D1E4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3CCCFD-48EC-81BD-4CC5-0239854A4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587D4-CA8B-C003-EB53-37EDB9430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283A45-2ED2-F453-74A8-94D70F05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BC6A8D-DB7D-DBB5-D488-B792464A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726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9F722-3EAA-E851-E9A9-BE6462346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E525D-94B0-51E1-FB9E-A9766C96C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C75E1-EDE0-FEE2-29A4-FE84704F1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E2195-A64A-2FD3-E21E-FA93B8B51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8FAB6-AEFC-F277-DC4B-824D44AEB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564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664-D21A-BA9D-7B23-5FBF7EFDC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49CF4-F8C7-E361-3A7A-CE2A7B048F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9B6A-C6BC-3129-A6B6-45593D5D8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E8DD2-13B4-D6D6-D2C3-CB8CCE243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1EE2E-67EE-F5CA-3069-EDA92A27D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544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451AB-64DB-769E-4539-E0D54991F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7D6FF-87FE-7C17-9908-6E9D0FEBF4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A0373-C75E-3478-AB00-1ED7D48FF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651151-D66C-D5C2-A1F6-B96635711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F1C4C-E7D7-0AFD-B68E-AE1DF5480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A5765B-2957-BCAA-BB2E-4C1C1D6B1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486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AABED-8AB5-899C-878F-659AC22D3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D5DA4-1B93-80B6-188B-916E961FC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A00F4-63B7-3313-A781-5E50AA2F4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888689-9705-F2D4-7EA1-7A808E6EC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1880D3-F68D-28DD-2428-D87F04424E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F0ACBF-EB86-EF0F-86C8-9E51B9AC9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1908B7-4836-D29A-67D8-73D4A7839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259EAA-35A3-48E4-93B2-1E324CFFA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39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3E277-8A23-62B1-B150-F548AE00F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64584A-E47D-C944-0F69-3B8B08AEC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DCCC70-059C-CB85-A751-C38995BBD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CCF653-5D44-2876-A86A-326F4132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099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6D327E-76E4-E58B-2A27-EAF01E66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A70F60-DC68-18B5-52E6-4047E228E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CCD2B-F8CB-A503-A0FB-921183F18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579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A7284-18AC-2648-5695-A4167A845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1D9AF-97E2-7ABD-A36A-391DD4332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417CE-F72D-EE81-A046-08730B1259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BA30B8-B2B0-CD80-AAEE-53B6414A8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FE8C6-27F8-B2F4-3E4A-014CCE66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8BDF7-159C-24DC-A1A9-AB55E269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647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6C431-9266-0413-CF65-7D0AB8D85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DCBA11-ADB7-E1E8-828D-B1F3F18925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B38E95-6DCE-5BC1-E0E2-4CD58F1A95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668C7-733E-0D82-1925-181FC9205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01B1BD-439C-EBE7-D109-0B01386B5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3DF5D7-6B0D-1F16-F7E8-509997B45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38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4D79B-F48B-AF10-5A30-AAB58B065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8DDA7-770E-A60E-D227-E1C36688CD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245FF-B3DC-47A1-7F56-B3261E343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79B33-2D77-07DA-7E2E-42F8CFE9A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A7A6C-D28C-7F13-D391-50739048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76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513E16-89FB-242B-5CBD-18D9B2FF60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B4CC1F-33BC-241F-03A7-9F56567205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FBD17-716E-3B43-4206-356337510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9231F0-69A6-CEF7-C55B-9695729BF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C8F8A-89BD-ED67-FBC9-3E6123372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125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374383-C514-A773-DCE4-56854D12A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E65EFD-6A7C-A6C2-9790-33A7C1202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51647-1919-1BD0-10CF-3203B8C70B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0AA10E-60DE-425E-9672-249D6F3097C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DF596-BDC3-20E3-7267-2680C46FE5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66C11-9CDF-A604-8D72-8748BB7F8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6675B-3F12-40B0-82E9-8F13EE3FBA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749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9788-5D0B-1FEC-B461-6A332143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Analisi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7AC92-9F11-6E10-67D3-DB23BF6BC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b="1" dirty="0"/>
              <a:t>Obiettivo</a:t>
            </a:r>
          </a:p>
          <a:p>
            <a:pPr marL="0" indent="0">
              <a:buNone/>
            </a:pPr>
            <a:r>
              <a:rPr lang="it-IT" dirty="0"/>
              <a:t>Utilizzare Pandas per esplorare e analizzare un dataset reale.</a:t>
            </a:r>
          </a:p>
          <a:p>
            <a:pPr marL="0" indent="0">
              <a:buNone/>
            </a:pPr>
            <a:r>
              <a:rPr lang="it-IT" b="1" dirty="0"/>
              <a:t>Dataset</a:t>
            </a:r>
          </a:p>
          <a:p>
            <a:pPr marL="0" indent="0">
              <a:buNone/>
            </a:pPr>
            <a:r>
              <a:rPr lang="it-IT" dirty="0"/>
              <a:t>import pandas as pd</a:t>
            </a:r>
            <a:br>
              <a:rPr lang="it-IT" dirty="0"/>
            </a:br>
            <a:br>
              <a:rPr lang="it-IT" dirty="0"/>
            </a:br>
            <a:r>
              <a:rPr lang="it-IT" dirty="0"/>
              <a:t>url = "https://raw.githubusercontent.com/datasciencedojo/datasets/master/titanic.csv"</a:t>
            </a:r>
            <a:br>
              <a:rPr lang="it-IT" dirty="0"/>
            </a:br>
            <a:r>
              <a:rPr lang="it-IT" dirty="0"/>
              <a:t>df = pd.read_csv(url)</a:t>
            </a:r>
          </a:p>
          <a:p>
            <a:pPr marL="0" indent="0">
              <a:buNone/>
            </a:pPr>
            <a:br>
              <a:rPr lang="it-IT" dirty="0"/>
            </a:br>
            <a:endParaRPr lang="it-IT" dirty="0"/>
          </a:p>
          <a:p>
            <a:pPr marL="0" indent="0">
              <a:buNone/>
            </a:pPr>
            <a:r>
              <a:rPr lang="it-IT" b="1" dirty="0"/>
              <a:t>Parte 1 – Esplorazione del dataset</a:t>
            </a:r>
          </a:p>
          <a:p>
            <a:r>
              <a:rPr lang="it-IT" dirty="0"/>
              <a:t>Carica il dataset in un DataFrame. </a:t>
            </a:r>
          </a:p>
          <a:p>
            <a:r>
              <a:rPr lang="it-IT" dirty="0"/>
              <a:t>Visualizza le prime 5 righe. </a:t>
            </a:r>
          </a:p>
          <a:p>
            <a:r>
              <a:rPr lang="it-IT" dirty="0"/>
              <a:t>Visualizza le ultime 5 righe. </a:t>
            </a:r>
          </a:p>
          <a:p>
            <a:r>
              <a:rPr lang="it-IT" dirty="0"/>
              <a:t>Mostra il numero di righe e colonne. </a:t>
            </a:r>
          </a:p>
          <a:p>
            <a:r>
              <a:rPr lang="it-IT" dirty="0"/>
              <a:t>Mostra i nomi delle colonne. </a:t>
            </a:r>
          </a:p>
          <a:p>
            <a:r>
              <a:rPr lang="it-IT" dirty="0"/>
              <a:t>Visualizza informazioni generali sul dataset.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79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EFB4A-3FED-3385-BCC0-056BFC860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Analisi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A0314-9C55-2845-D0ED-25DB6A286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dirty="0"/>
              <a:t>Parte 2 – Analisi dei dati</a:t>
            </a:r>
          </a:p>
          <a:p>
            <a:r>
              <a:rPr lang="it-IT" dirty="0"/>
              <a:t>Quanti passeggeri ci sono nel dataset? </a:t>
            </a:r>
          </a:p>
          <a:p>
            <a:r>
              <a:rPr lang="it-IT" dirty="0"/>
              <a:t>Quanti passeggeri sono sopravvissuti? </a:t>
            </a:r>
          </a:p>
          <a:p>
            <a:r>
              <a:rPr lang="it-IT" dirty="0"/>
              <a:t>Quanti non sono sopravvissuti? </a:t>
            </a:r>
          </a:p>
          <a:p>
            <a:r>
              <a:rPr lang="it-IT" dirty="0"/>
              <a:t>Qual è l'età media dei passeggeri? </a:t>
            </a:r>
          </a:p>
          <a:p>
            <a:r>
              <a:rPr lang="it-IT" dirty="0"/>
              <a:t>Qual è l'età massima e minima?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49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08912-9A9B-44BD-3A23-081EF42AC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Analisi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C9933-2364-5B37-246D-1E922D17C1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dirty="0"/>
              <a:t>Parte 3 – Filtri</a:t>
            </a:r>
          </a:p>
          <a:p>
            <a:r>
              <a:rPr lang="it-IT" dirty="0"/>
              <a:t>Mostra tutti i passeggeri di sesso femminile. </a:t>
            </a:r>
          </a:p>
          <a:p>
            <a:r>
              <a:rPr lang="it-IT" dirty="0"/>
              <a:t>Mostra tutti i passeggeri di età inferiore a 18 anni. </a:t>
            </a:r>
          </a:p>
          <a:p>
            <a:r>
              <a:rPr lang="it-IT" dirty="0"/>
              <a:t>Mostra tutti i passeggeri che sono sopravvissuti. </a:t>
            </a:r>
          </a:p>
          <a:p>
            <a:r>
              <a:rPr lang="it-IT" dirty="0"/>
              <a:t>Mostra tutte le donne sopravvissute.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966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A3997-AB7E-B9D4-4748-AEA1844FA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– Analisi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626E8-141D-01EC-2332-9EED91354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dirty="0"/>
              <a:t>Parte 4 – Raggruppamenti</a:t>
            </a:r>
          </a:p>
          <a:p>
            <a:r>
              <a:rPr lang="it-IT" dirty="0"/>
              <a:t>Conta quanti passeggeri ci sono per sesso. </a:t>
            </a:r>
          </a:p>
          <a:p>
            <a:r>
              <a:rPr lang="it-IT" dirty="0"/>
              <a:t>Calcola l'età media per sesso. </a:t>
            </a:r>
          </a:p>
          <a:p>
            <a:r>
              <a:rPr lang="it-IT" dirty="0"/>
              <a:t>Conta quanti passeggeri ci sono per classe (Pclass). </a:t>
            </a:r>
          </a:p>
          <a:p>
            <a:r>
              <a:rPr lang="it-IT" dirty="0"/>
              <a:t>Calcola il tasso di sopravvivenza per classe.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6418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562A2-D4BE-FE2E-CB54-474F7A774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Esercizio – Analisi dei passeggeri del Titanic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4840E-8324-1923-F38F-C1245C5C7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dirty="0"/>
              <a:t>Parte 5</a:t>
            </a:r>
            <a:endParaRPr lang="it-IT" dirty="0"/>
          </a:p>
          <a:p>
            <a:r>
              <a:rPr lang="it-IT" dirty="0"/>
              <a:t>Quale passeggero ha pagato il biglietto più costoso? </a:t>
            </a:r>
          </a:p>
          <a:p>
            <a:r>
              <a:rPr lang="it-IT" dirty="0"/>
              <a:t>Quali sono i 10 passeggeri più giovani? </a:t>
            </a:r>
          </a:p>
          <a:p>
            <a:r>
              <a:rPr lang="it-IT" dirty="0"/>
              <a:t>Crea una nuova colonna chiamata IsAdult che vale: </a:t>
            </a:r>
          </a:p>
          <a:p>
            <a:pPr lvl="1"/>
            <a:r>
              <a:rPr lang="it-IT" dirty="0"/>
              <a:t>True se l'età è almeno 18 anni </a:t>
            </a:r>
          </a:p>
          <a:p>
            <a:pPr lvl="1"/>
            <a:r>
              <a:rPr lang="it-IT" dirty="0"/>
              <a:t>False altrimenti </a:t>
            </a:r>
          </a:p>
          <a:p>
            <a:r>
              <a:rPr lang="it-IT" dirty="0"/>
              <a:t>df["IsAdult"] = df["Age"] &gt;= 18</a:t>
            </a:r>
          </a:p>
          <a:p>
            <a:r>
              <a:rPr lang="it-IT" dirty="0"/>
              <a:t>Salvare il risultato in un nuovo file CSV: </a:t>
            </a:r>
          </a:p>
          <a:p>
            <a:r>
              <a:rPr lang="it-IT" dirty="0"/>
              <a:t>df.to_csv("titanic_modified.csv", index=False)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20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322</Words>
  <Application>Microsoft Office PowerPoint</Application>
  <PresentationFormat>Widescreen</PresentationFormat>
  <Paragraphs>46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Corso Python</vt:lpstr>
      <vt:lpstr>Esercizio – Analisi dei passeggeri del Titanic</vt:lpstr>
      <vt:lpstr>Esercizio – Analisi dei passeggeri del Titanic</vt:lpstr>
      <vt:lpstr>Esercizio – Analisi dei passeggeri del Titanic</vt:lpstr>
      <vt:lpstr>Esercizio – Analisi dei passeggeri del Titanic</vt:lpstr>
      <vt:lpstr>Esercizio – Analisi dei passeggeri del Titanic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2026-05-29T14:16:03Z</dcterms:created>
  <dcterms:modified xsi:type="dcterms:W3CDTF">2026-05-29T14:18:54Z</dcterms:modified>
</cp:coreProperties>
</file>