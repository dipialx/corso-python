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6-03T12:08:54.848" v="90" actId="2696"/>
      <pc:docMkLst>
        <pc:docMk/>
      </pc:docMkLst>
      <pc:sldChg chg="add">
        <pc:chgData name="Alessandro Di Piazza" userId="242384fd-1746-4b70-8d90-c83f4330e5ed" providerId="ADAL" clId="{FFF1DA74-BEAE-470B-8D8A-B7A1F3E1BF85}" dt="2026-05-29T14:16:17.434" v="0"/>
        <pc:sldMkLst>
          <pc:docMk/>
          <pc:sldMk cId="722898410" sldId="258"/>
        </pc:sldMkLst>
      </pc:sldChg>
      <pc:sldChg chg="addSp delSp modSp new mod">
        <pc:chgData name="Alessandro Di Piazza" userId="242384fd-1746-4b70-8d90-c83f4330e5ed" providerId="ADAL" clId="{FFF1DA74-BEAE-470B-8D8A-B7A1F3E1BF85}" dt="2026-06-03T08:03:47.886" v="43" actId="1076"/>
        <pc:sldMkLst>
          <pc:docMk/>
          <pc:sldMk cId="1849798557" sldId="259"/>
        </pc:sldMkLst>
        <pc:spChg chg="mod">
          <ac:chgData name="Alessandro Di Piazza" userId="242384fd-1746-4b70-8d90-c83f4330e5ed" providerId="ADAL" clId="{FFF1DA74-BEAE-470B-8D8A-B7A1F3E1BF85}" dt="2026-05-29T14:17:15.909" v="10" actId="113"/>
          <ac:spMkLst>
            <pc:docMk/>
            <pc:sldMk cId="1849798557" sldId="259"/>
            <ac:spMk id="2" creationId="{CDBA9788-5D0B-1FEC-B461-6A332143BFE1}"/>
          </ac:spMkLst>
        </pc:spChg>
        <pc:spChg chg="mod">
          <ac:chgData name="Alessandro Di Piazza" userId="242384fd-1746-4b70-8d90-c83f4330e5ed" providerId="ADAL" clId="{FFF1DA74-BEAE-470B-8D8A-B7A1F3E1BF85}" dt="2026-06-03T08:03:47.886" v="43" actId="1076"/>
          <ac:spMkLst>
            <pc:docMk/>
            <pc:sldMk cId="1849798557" sldId="259"/>
            <ac:spMk id="3" creationId="{8C77AC92-9F11-6E10-67D3-DB23BF6BC799}"/>
          </ac:spMkLst>
        </pc:spChg>
      </pc:sldChg>
      <pc:sldChg chg="modSp new mod">
        <pc:chgData name="Alessandro Di Piazza" userId="242384fd-1746-4b70-8d90-c83f4330e5ed" providerId="ADAL" clId="{FFF1DA74-BEAE-470B-8D8A-B7A1F3E1BF85}" dt="2026-05-29T14:18:45.621" v="37"/>
        <pc:sldMkLst>
          <pc:docMk/>
          <pc:sldMk cId="1063249134" sldId="260"/>
        </pc:sldMkLst>
        <pc:spChg chg="mod">
          <ac:chgData name="Alessandro Di Piazza" userId="242384fd-1746-4b70-8d90-c83f4330e5ed" providerId="ADAL" clId="{FFF1DA74-BEAE-470B-8D8A-B7A1F3E1BF85}" dt="2026-05-29T14:18:45.621" v="37"/>
          <ac:spMkLst>
            <pc:docMk/>
            <pc:sldMk cId="1063249134" sldId="260"/>
            <ac:spMk id="2" creationId="{B6CEFB4A-3FED-3385-BCC0-056BFC86028A}"/>
          </ac:spMkLst>
        </pc:spChg>
        <pc:spChg chg="mod">
          <ac:chgData name="Alessandro Di Piazza" userId="242384fd-1746-4b70-8d90-c83f4330e5ed" providerId="ADAL" clId="{FFF1DA74-BEAE-470B-8D8A-B7A1F3E1BF85}" dt="2026-05-29T14:17:40.632" v="19" actId="5793"/>
          <ac:spMkLst>
            <pc:docMk/>
            <pc:sldMk cId="1063249134" sldId="260"/>
            <ac:spMk id="3" creationId="{0A9A0314-9C55-2845-D0ED-25DB6A286F9F}"/>
          </ac:spMkLst>
        </pc:spChg>
      </pc:sldChg>
      <pc:sldChg chg="modSp new mod">
        <pc:chgData name="Alessandro Di Piazza" userId="242384fd-1746-4b70-8d90-c83f4330e5ed" providerId="ADAL" clId="{FFF1DA74-BEAE-470B-8D8A-B7A1F3E1BF85}" dt="2026-05-29T14:18:47.026" v="38"/>
        <pc:sldMkLst>
          <pc:docMk/>
          <pc:sldMk cId="2813966688" sldId="261"/>
        </pc:sldMkLst>
        <pc:spChg chg="mod">
          <ac:chgData name="Alessandro Di Piazza" userId="242384fd-1746-4b70-8d90-c83f4330e5ed" providerId="ADAL" clId="{FFF1DA74-BEAE-470B-8D8A-B7A1F3E1BF85}" dt="2026-05-29T14:18:47.026" v="38"/>
          <ac:spMkLst>
            <pc:docMk/>
            <pc:sldMk cId="2813966688" sldId="261"/>
            <ac:spMk id="2" creationId="{C1808912-9A9B-44BD-3A23-081EF42ACE8C}"/>
          </ac:spMkLst>
        </pc:spChg>
        <pc:spChg chg="mod">
          <ac:chgData name="Alessandro Di Piazza" userId="242384fd-1746-4b70-8d90-c83f4330e5ed" providerId="ADAL" clId="{FFF1DA74-BEAE-470B-8D8A-B7A1F3E1BF85}" dt="2026-05-29T14:17:59.027" v="22" actId="5793"/>
          <ac:spMkLst>
            <pc:docMk/>
            <pc:sldMk cId="2813966688" sldId="261"/>
            <ac:spMk id="3" creationId="{D5AC9933-2364-5B37-246D-1E922D17C12D}"/>
          </ac:spMkLst>
        </pc:spChg>
      </pc:sldChg>
      <pc:sldChg chg="modSp new mod">
        <pc:chgData name="Alessandro Di Piazza" userId="242384fd-1746-4b70-8d90-c83f4330e5ed" providerId="ADAL" clId="{FFF1DA74-BEAE-470B-8D8A-B7A1F3E1BF85}" dt="2026-05-29T14:18:48.457" v="39"/>
        <pc:sldMkLst>
          <pc:docMk/>
          <pc:sldMk cId="2296418589" sldId="262"/>
        </pc:sldMkLst>
        <pc:spChg chg="mod">
          <ac:chgData name="Alessandro Di Piazza" userId="242384fd-1746-4b70-8d90-c83f4330e5ed" providerId="ADAL" clId="{FFF1DA74-BEAE-470B-8D8A-B7A1F3E1BF85}" dt="2026-05-29T14:18:48.457" v="39"/>
          <ac:spMkLst>
            <pc:docMk/>
            <pc:sldMk cId="2296418589" sldId="262"/>
            <ac:spMk id="2" creationId="{977A3997-AB7E-B9D4-4748-AEA1844FA8C1}"/>
          </ac:spMkLst>
        </pc:spChg>
        <pc:spChg chg="mod">
          <ac:chgData name="Alessandro Di Piazza" userId="242384fd-1746-4b70-8d90-c83f4330e5ed" providerId="ADAL" clId="{FFF1DA74-BEAE-470B-8D8A-B7A1F3E1BF85}" dt="2026-05-29T14:18:07.514" v="25" actId="5793"/>
          <ac:spMkLst>
            <pc:docMk/>
            <pc:sldMk cId="2296418589" sldId="262"/>
            <ac:spMk id="3" creationId="{092626E8-141D-01EC-2332-9EED91354BA0}"/>
          </ac:spMkLst>
        </pc:spChg>
      </pc:sldChg>
      <pc:sldChg chg="modSp new mod">
        <pc:chgData name="Alessandro Di Piazza" userId="242384fd-1746-4b70-8d90-c83f4330e5ed" providerId="ADAL" clId="{FFF1DA74-BEAE-470B-8D8A-B7A1F3E1BF85}" dt="2026-06-03T10:28:11.059" v="89" actId="5793"/>
        <pc:sldMkLst>
          <pc:docMk/>
          <pc:sldMk cId="3353320050" sldId="263"/>
        </pc:sldMkLst>
        <pc:spChg chg="mod">
          <ac:chgData name="Alessandro Di Piazza" userId="242384fd-1746-4b70-8d90-c83f4330e5ed" providerId="ADAL" clId="{FFF1DA74-BEAE-470B-8D8A-B7A1F3E1BF85}" dt="2026-05-29T14:18:50.077" v="40"/>
          <ac:spMkLst>
            <pc:docMk/>
            <pc:sldMk cId="3353320050" sldId="263"/>
            <ac:spMk id="2" creationId="{C09562A2-D4BE-FE2E-CB54-474F7A7742F2}"/>
          </ac:spMkLst>
        </pc:spChg>
        <pc:spChg chg="mod">
          <ac:chgData name="Alessandro Di Piazza" userId="242384fd-1746-4b70-8d90-c83f4330e5ed" providerId="ADAL" clId="{FFF1DA74-BEAE-470B-8D8A-B7A1F3E1BF85}" dt="2026-06-03T10:28:11.059" v="89" actId="5793"/>
          <ac:spMkLst>
            <pc:docMk/>
            <pc:sldMk cId="3353320050" sldId="263"/>
            <ac:spMk id="3" creationId="{4D64840E-8324-1923-F38F-C1245C5C7BA5}"/>
          </ac:spMkLst>
        </pc:spChg>
      </pc:sldChg>
      <pc:sldChg chg="modSp new del mod ord">
        <pc:chgData name="Alessandro Di Piazza" userId="242384fd-1746-4b70-8d90-c83f4330e5ed" providerId="ADAL" clId="{FFF1DA74-BEAE-470B-8D8A-B7A1F3E1BF85}" dt="2026-06-03T12:08:54.848" v="90" actId="2696"/>
        <pc:sldMkLst>
          <pc:docMk/>
          <pc:sldMk cId="2583142868" sldId="264"/>
        </pc:sldMkLst>
        <pc:spChg chg="mod">
          <ac:chgData name="Alessandro Di Piazza" userId="242384fd-1746-4b70-8d90-c83f4330e5ed" providerId="ADAL" clId="{FFF1DA74-BEAE-470B-8D8A-B7A1F3E1BF85}" dt="2026-06-03T08:42:31.523" v="53" actId="20577"/>
          <ac:spMkLst>
            <pc:docMk/>
            <pc:sldMk cId="2583142868" sldId="264"/>
            <ac:spMk id="2" creationId="{F9DD02FE-F6AD-FEC5-AC3F-7EB581158341}"/>
          </ac:spMkLst>
        </pc:spChg>
        <pc:spChg chg="mod">
          <ac:chgData name="Alessandro Di Piazza" userId="242384fd-1746-4b70-8d90-c83f4330e5ed" providerId="ADAL" clId="{FFF1DA74-BEAE-470B-8D8A-B7A1F3E1BF85}" dt="2026-06-03T08:42:36.583" v="87" actId="20577"/>
          <ac:spMkLst>
            <pc:docMk/>
            <pc:sldMk cId="2583142868" sldId="264"/>
            <ac:spMk id="3" creationId="{9B33038E-7AB3-548C-64F2-A669111EEB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2EBD-BA03-7225-97F8-3288B6D1E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CCCFD-48EC-81BD-4CC5-0239854A4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87D4-CA8B-C003-EB53-37EDB943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83A45-2ED2-F453-74A8-94D70F05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C6A8D-DB7D-DBB5-D488-B792464A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2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F722-3EAA-E851-E9A9-BE646234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E525D-94B0-51E1-FB9E-A9766C96C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C75E1-EDE0-FEE2-29A4-FE84704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195-A64A-2FD3-E21E-FA93B8B5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FAB6-AEFC-F277-DC4B-824D44AE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6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1664-D21A-BA9D-7B23-5FBF7EFD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49CF4-F8C7-E361-3A7A-CE2A7B048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C9B6A-C6BC-3129-A6B6-45593D5D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E8DD2-13B4-D6D6-D2C3-CB8CCE24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1EE2E-67EE-F5CA-3069-EDA92A27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4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51AB-64DB-769E-4539-E0D54991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7D6FF-87FE-7C17-9908-6E9D0FEBF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A0373-C75E-3478-AB00-1ED7D4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51151-D66C-D5C2-A1F6-B9663571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1C4C-E7D7-0AFD-B68E-AE1DF548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5765B-2957-BCAA-BB2E-4C1C1D6B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8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ABED-8AB5-899C-878F-659AC22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D5DA4-1B93-80B6-188B-916E961FC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A00F4-63B7-3313-A781-5E50AA2F4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8689-9705-F2D4-7EA1-7A808E6EC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880D3-F68D-28DD-2428-D87F04424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0ACBF-EB86-EF0F-86C8-9E51B9AC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908B7-4836-D29A-67D8-73D4A783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59EAA-35A3-48E4-93B2-1E324CFF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E277-8A23-62B1-B150-F548AE00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4584A-E47D-C944-0F69-3B8B08AE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CCC70-059C-CB85-A751-C38995BB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CF653-5D44-2876-A86A-326F4132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9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6D327E-76E4-E58B-2A27-EAF01E66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70F60-DC68-18B5-52E6-4047E228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CCD2B-F8CB-A503-A0FB-921183F1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7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7284-18AC-2648-5695-A4167A84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1D9AF-97E2-7ABD-A36A-391DD4332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417CE-F72D-EE81-A046-08730B125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A30B8-B2B0-CD80-AAEE-53B6414A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FE8C6-27F8-B2F4-3E4A-014CCE66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8BDF7-159C-24DC-A1A9-AB55E26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4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C431-9266-0413-CF65-7D0AB8D8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CBA11-ADB7-E1E8-828D-B1F3F1892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38E95-6DCE-5BC1-E0E2-4CD58F1A9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668C7-733E-0D82-1925-181FC920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1B1BD-439C-EBE7-D109-0B01386B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DF5D7-6B0D-1F16-F7E8-509997B4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3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D79B-F48B-AF10-5A30-AAB58B06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8DDA7-770E-A60E-D227-E1C36688C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45FF-B3DC-47A1-7F56-B3261E343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9B33-2D77-07DA-7E2E-42F8CFE9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A7A6C-D28C-7F13-D391-50739048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7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13E16-89FB-242B-5CBD-18D9B2FF6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B4CC1F-33BC-241F-03A7-9F5656720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FBD17-716E-3B43-4206-35633751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31F0-69A6-CEF7-C55B-9695729BF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C8F8A-89BD-ED67-FBC9-3E612337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2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74383-C514-A773-DCE4-56854D12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65EFD-6A7C-A6C2-9790-33A7C1202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51647-1919-1BD0-10CF-3203B8C70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AA10E-60DE-425E-9672-249D6F3097C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DF596-BDC3-20E3-7267-2680C46F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66C11-9CDF-A604-8D72-8748BB7F8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6675B-3F12-40B0-82E9-8F13EE3FB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4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9788-5D0B-1FEC-B461-6A33214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– Analisi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AC92-9F11-6E10-67D3-DB23BF6BC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20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b="1" dirty="0"/>
              <a:t>Obiettivo</a:t>
            </a:r>
          </a:p>
          <a:p>
            <a:pPr marL="0" indent="0">
              <a:buNone/>
            </a:pPr>
            <a:r>
              <a:rPr lang="it-IT" dirty="0"/>
              <a:t>Utilizzare Pandas per esplorare e analizzare un dataset reale.</a:t>
            </a:r>
          </a:p>
          <a:p>
            <a:pPr marL="0" indent="0">
              <a:buNone/>
            </a:pPr>
            <a:r>
              <a:rPr lang="it-IT" b="1" dirty="0"/>
              <a:t>Dataset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import pandas as pd</a:t>
            </a:r>
            <a:br>
              <a:rPr lang="it-IT" dirty="0">
                <a:latin typeface="Consolas" panose="020B0609020204030204" pitchFamily="49" charset="0"/>
              </a:rPr>
            </a:br>
            <a:br>
              <a:rPr lang="it-IT" dirty="0">
                <a:latin typeface="Consolas" panose="020B0609020204030204" pitchFamily="49" charset="0"/>
              </a:rPr>
            </a:br>
            <a:r>
              <a:rPr lang="it-IT" dirty="0">
                <a:latin typeface="Consolas" panose="020B0609020204030204" pitchFamily="49" charset="0"/>
              </a:rPr>
              <a:t>url = "https://raw.githubusercontent.com/datasciencedojo/datasets/master/titanic.csv"</a:t>
            </a:r>
            <a:br>
              <a:rPr lang="it-IT" dirty="0">
                <a:latin typeface="Consolas" panose="020B0609020204030204" pitchFamily="49" charset="0"/>
              </a:rPr>
            </a:br>
            <a:r>
              <a:rPr lang="it-IT" dirty="0">
                <a:latin typeface="Consolas" panose="020B0609020204030204" pitchFamily="49" charset="0"/>
              </a:rPr>
              <a:t>df = pd.read_csv(url)</a:t>
            </a:r>
          </a:p>
          <a:p>
            <a:pPr marL="0" indent="0">
              <a:buNone/>
            </a:pP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b="1" dirty="0"/>
              <a:t>Parte 1 – Esplorazione del dataset</a:t>
            </a:r>
          </a:p>
          <a:p>
            <a:r>
              <a:rPr lang="it-IT" dirty="0"/>
              <a:t>Carica il dataset in un DataFrame. </a:t>
            </a:r>
          </a:p>
          <a:p>
            <a:r>
              <a:rPr lang="it-IT" dirty="0"/>
              <a:t>Visualizza le prime 5 righe. </a:t>
            </a:r>
          </a:p>
          <a:p>
            <a:r>
              <a:rPr lang="it-IT" dirty="0"/>
              <a:t>Visualizza le ultime 5 righe. </a:t>
            </a:r>
          </a:p>
          <a:p>
            <a:r>
              <a:rPr lang="it-IT" dirty="0"/>
              <a:t>Mostra il numero di righe e colonne. </a:t>
            </a:r>
          </a:p>
          <a:p>
            <a:r>
              <a:rPr lang="it-IT" dirty="0"/>
              <a:t>Mostra i nomi delle colonne. </a:t>
            </a:r>
          </a:p>
          <a:p>
            <a:r>
              <a:rPr lang="it-IT" dirty="0"/>
              <a:t>Visualizza informazioni generali sul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FB4A-3FED-3385-BCC0-056BFC86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– Analisi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A0314-9C55-2845-D0ED-25DB6A286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Parte 2 – Analisi dei dati</a:t>
            </a:r>
          </a:p>
          <a:p>
            <a:r>
              <a:rPr lang="it-IT" dirty="0"/>
              <a:t>Quanti passeggeri ci sono nel dataset? </a:t>
            </a:r>
          </a:p>
          <a:p>
            <a:r>
              <a:rPr lang="it-IT" dirty="0"/>
              <a:t>Quanti passeggeri sono sopravvissuti? </a:t>
            </a:r>
          </a:p>
          <a:p>
            <a:r>
              <a:rPr lang="it-IT" dirty="0"/>
              <a:t>Quanti non sono sopravvissuti? </a:t>
            </a:r>
          </a:p>
          <a:p>
            <a:r>
              <a:rPr lang="it-IT" dirty="0"/>
              <a:t>Qual è l'età media dei passeggeri? </a:t>
            </a:r>
          </a:p>
          <a:p>
            <a:r>
              <a:rPr lang="it-IT" dirty="0"/>
              <a:t>Qual è l'età massima e minima?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4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8912-9A9B-44BD-3A23-081EF42A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– Analisi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9933-2364-5B37-246D-1E922D17C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Parte 3 – Filtri</a:t>
            </a:r>
          </a:p>
          <a:p>
            <a:r>
              <a:rPr lang="it-IT" dirty="0"/>
              <a:t>Mostra tutti i passeggeri di sesso femminile. </a:t>
            </a:r>
          </a:p>
          <a:p>
            <a:r>
              <a:rPr lang="it-IT" dirty="0"/>
              <a:t>Mostra tutti i passeggeri di età inferiore a 18 anni. </a:t>
            </a:r>
          </a:p>
          <a:p>
            <a:r>
              <a:rPr lang="it-IT" dirty="0"/>
              <a:t>Mostra tutti i passeggeri che sono sopravvissuti. </a:t>
            </a:r>
          </a:p>
          <a:p>
            <a:r>
              <a:rPr lang="it-IT" dirty="0"/>
              <a:t>Mostra tutte le donne sopravvissute.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96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3997-AB7E-B9D4-4748-AEA1844F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– Analisi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626E8-141D-01EC-2332-9EED91354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Parte 4 – Raggruppamenti</a:t>
            </a:r>
          </a:p>
          <a:p>
            <a:r>
              <a:rPr lang="it-IT" dirty="0"/>
              <a:t>Conta quanti passeggeri ci sono per sesso. </a:t>
            </a:r>
          </a:p>
          <a:p>
            <a:r>
              <a:rPr lang="it-IT" dirty="0"/>
              <a:t>Calcola l'età media per sesso. </a:t>
            </a:r>
          </a:p>
          <a:p>
            <a:r>
              <a:rPr lang="it-IT" dirty="0"/>
              <a:t>Conta quanti passeggeri ci sono per classe (Pclass). </a:t>
            </a:r>
          </a:p>
          <a:p>
            <a:r>
              <a:rPr lang="it-IT" dirty="0"/>
              <a:t>Calcola il tasso di sopravvivenza per classe.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1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62A2-D4BE-FE2E-CB54-474F7A77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Esercizio – Analisi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840E-8324-1923-F38F-C1245C5C7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Parte 5</a:t>
            </a:r>
            <a:endParaRPr lang="it-IT" dirty="0"/>
          </a:p>
          <a:p>
            <a:r>
              <a:rPr lang="it-IT" dirty="0"/>
              <a:t>Quale passeggero ha pagato il biglietto più costoso? </a:t>
            </a:r>
          </a:p>
          <a:p>
            <a:r>
              <a:rPr lang="it-IT" dirty="0"/>
              <a:t>Quali sono i 10 passeggeri più giovani? </a:t>
            </a:r>
          </a:p>
          <a:p>
            <a:r>
              <a:rPr lang="it-IT" dirty="0"/>
              <a:t>Crea una nuova colonna chiamata IsAdult che vale: </a:t>
            </a:r>
          </a:p>
          <a:p>
            <a:pPr lvl="1"/>
            <a:r>
              <a:rPr lang="it-IT" dirty="0"/>
              <a:t>True se l'età è almeno 18 anni </a:t>
            </a:r>
          </a:p>
          <a:p>
            <a:pPr lvl="1"/>
            <a:r>
              <a:rPr lang="it-IT" dirty="0"/>
              <a:t>False altrimenti </a:t>
            </a:r>
          </a:p>
          <a:p>
            <a:pPr marL="0" indent="0">
              <a:buNone/>
            </a:pPr>
            <a:r>
              <a:rPr lang="it-IT" dirty="0"/>
              <a:t>df["IsAdult"] = df["Age"] &gt;= 18</a:t>
            </a:r>
          </a:p>
          <a:p>
            <a:r>
              <a:rPr lang="it-IT" dirty="0"/>
              <a:t>Salvare il risultato in un nuovo file CSV: </a:t>
            </a:r>
          </a:p>
          <a:p>
            <a:pPr marL="0" indent="0">
              <a:buNone/>
            </a:pPr>
            <a:r>
              <a:rPr lang="it-IT" dirty="0"/>
              <a:t>df.to_csv("titanic_modified.csv", index=False)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2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322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Corso Python</vt:lpstr>
      <vt:lpstr>Esercizio – Analisi dei passeggeri del Titanic</vt:lpstr>
      <vt:lpstr>Esercizio – Analisi dei passeggeri del Titanic</vt:lpstr>
      <vt:lpstr>Esercizio – Analisi dei passeggeri del Titanic</vt:lpstr>
      <vt:lpstr>Esercizio – Analisi dei passeggeri del Titanic</vt:lpstr>
      <vt:lpstr>Esercizio – Analisi dei passeggeri del Titanic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2026-05-29T14:16:03Z</dcterms:created>
  <dcterms:modified xsi:type="dcterms:W3CDTF">2026-06-03T12:08:56Z</dcterms:modified>
</cp:coreProperties>
</file>